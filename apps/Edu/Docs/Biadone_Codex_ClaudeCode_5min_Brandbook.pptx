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00:00–00:18 · 18초
AI가 홈페이지를 만들고, 파일을 정리하고, 반복 업무까지 줄여준다는 이야기. 많이 들어보셨죠. 오늘은 Codex와 Claude Code가 무엇인지, 그리고 소상공인이 이 도구로 어디까지 직접 만들 수 있는지 5분 안에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00:18–00:48 · 30초
많은 사장님은 필요한 결과를 이미 알고 있습니다. 소개 페이지가 필요하고, 견적 계산은 번거롭고, 같은 파일을 매주 정리합니다. 하지만 무엇부터 시작할지, 어떤 도구를 써야 할지, 직접 만들지 맡길지 판단하기 어렵습니다. 막히는 지점은 코딩 자체보다 판단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00:48–01:20 · 32초
Codex는 OpenAI, Claude Code는 Anthropic이 만든 AI 코딩 도구입니다. 일반적인 채팅에서 한 단계 더 나아가 프로젝트의 파일을 읽고, 새 파일을 만들고, 수정하고, 명령을 실행해 결과를 확인합니다. 우리는 코드를 전부 외우는 대신, 원하는 기능과 규칙을 설명하고 만들어진 결과를 확인해 다시 고칩니다.
PRODUCTION NOTE
Sources: https://developers.openai.com/codex/cli · https://code.claude.com/docs/en/overview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01:20–01:54 · 34초
사용 과정은 네 단계입니다. 먼저 내 업무와 필요한 결과를 설명합니다. 다음으로 AI가 파일과 기능을 만듭니다. 실제 입력값으로 오류를 확인하고, 마지막으로 우리 사업의 조건에 맞게 다시 수정합니다. 핵심은 첫 결과가 아닙니다. 가격이나 운영 방식이 바뀌었을 때, 필요한 변경을 설명하고 검증할 수 있는지가 더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01:54–02:44 · 50초
예를 들어 단체 클래스 견적 페이지가 필요하다고 해보겠습니다. 가격표와 할인 기준을 폴더에 넣고, 서비스와 인원수를 선택하면 예상 금액이 나오게 요청합니다. 처음 결과가 나오면 끝이 아닙니다. 10명 이상은 10퍼센트 할인, 할인 전 금액과 최종 금액은 따로 표시, 9명과 12명일 때 계산이 맞는지 확인해달라고 다시 요청합니다. AI는 화면과 계산 기능을 만들지만, 가격 정책을 정하고 결과를 승인하는 사람은 사업자입니다.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02:44–03:16 · 32초
홈페이지만 만들 수 있는 것도 아닙니다. 서로 다른 형식의 매출 파일을 하나로 합치는 도구, 반복해서 만드는 상품 설명을 정리하는 도구, 문의 내용을 표준 양식으로 바꾸고 담당자에게 알리는 프로그램도 만들 수 있습니다. 거대한 서비스를 새로 만드는 것이 아니라, 매주 반복하는 한 가지 불편부터 줄이는 방식입니다.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03:16–03:52 · 36초
다만 모든 일을 AI에 맡기는 것은 아닙니다. 자료 정리, 초안 작성, 문의 분류, 화면 구현은 AI가 잘 도울 수 있습니다. 반면 가격 결정, 고객과의 약속, 개인정보, 예외 상황은 사람이 판단해야 합니다. AI가 만든 결과에는 오류가 있을 수 있으므로 실제 데이터와 테스트 사례로 확인합니다. 잘 쓰는 사람은 많이 맡기는 사람이 아니라, 맡길 범위와 확인 지점을 정하는 사람입니다.
PRODUCTION NOTE
Sources: https://developers.openai.com/codex/agent-approvals-security · https://code.claude.com/docs/en/best-practices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03:52–04:20 · 28초
기존 서비스를 계속 쓰는 것이 더 좋은 경우도 많습니다. 예약, 결제, 회계처럼 이미 검증된 기능은 기성 서비스가 편하고 안정적일 수 있습니다. 직접 제작은 필요한 기능만 넣을 수 있지만 테스트와 유지 관리가 필요합니다. 수업의 목표는 직접 제작을 무조건 권하는 것이 아니라, 비용과 사용 방식, 이후 관리까지 비교해 내 상황에 맞는 선택을 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04:20–04:45 · 25초
그래서 수업에서는 남의 예제를 그대로 따라 하지 않습니다. 내 사업의 자료와 반복 업무를 가져와 무엇을 만들지 범위를 정하고, AI와 함께 제작하고, 오류를 확인하고, 직접 수정합니다. 수업이 끝났을 때 남는 것은 도구 이름이 아니라 실제 결과물과 다음 변경을 스스로 설명할 수 있는 능력입니다.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NARRATION
TIMING: 04:45–05:00 · 15초
지금, 누가 이것 하나만 만들어줬으면 좋겠다고 생각했던 일을 떠올려보세요. 생각을 설명하고, 만들고, 확인하고, 다시 바꾸는 것. Biadone은 첫 결과물부터 직접 다루는 힘까지 함께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IADONE_LIGHT">
    <p:bg>
      <p:bgPr>
        <a:solidFill>
          <a:srgbClr val="FBFAF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IADONE_DARK">
    <p:bg>
      <p:bgPr>
        <a:solidFill>
          <a:srgbClr val="10101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7F91FF"/>
                </a:solidFill>
                <a:latin typeface="Space Grotesk" pitchFamily="34" charset="0"/>
                <a:ea typeface="Space Grotesk" pitchFamily="34" charset="-122"/>
                <a:cs typeface="Space Grotesk" pitchFamily="34" charset="-120"/>
              </a:rPr>
              <a:t>BIADONE / 5-MINUTE VIDEO</a:t>
            </a:r>
            <a:endParaRPr lang="en-US" sz="850" dirty="0"/>
          </a:p>
        </p:txBody>
      </p:sp>
      <p:sp>
        <p:nvSpPr>
          <p:cNvPr id="3" name="Shape 1"/>
          <p:cNvSpPr/>
          <p:nvPr/>
        </p:nvSpPr>
        <p:spPr>
          <a:xfrm>
            <a:off x="685800" y="649224"/>
            <a:ext cx="10817352" cy="0"/>
          </a:xfrm>
          <a:prstGeom prst="line">
            <a:avLst/>
          </a:prstGeom>
          <a:noFill/>
          <a:ln w="8890">
            <a:solidFill>
              <a:srgbClr val="2C2C36"/>
            </a:solidFill>
            <a:prstDash val="solid"/>
          </a:ln>
        </p:spPr>
      </p:sp>
      <p:sp>
        <p:nvSpPr>
          <p:cNvPr id="4" name="Text 2"/>
          <p:cNvSpPr/>
          <p:nvPr/>
        </p:nvSpPr>
        <p:spPr>
          <a:xfrm>
            <a:off x="8796528" y="658368"/>
            <a:ext cx="2377440" cy="2286000"/>
          </a:xfrm>
          <a:prstGeom prst="rect">
            <a:avLst/>
          </a:prstGeom>
          <a:noFill/>
          <a:ln/>
        </p:spPr>
        <p:txBody>
          <a:bodyPr wrap="square" lIns="0" tIns="0" rIns="0" bIns="0" rtlCol="0" anchor="ctr"/>
          <a:lstStyle/>
          <a:p>
            <a:pPr algn="r" indent="0" marL="0">
              <a:buNone/>
            </a:pPr>
            <a:r>
              <a:rPr lang="en-US" sz="11800" b="1" dirty="0">
                <a:solidFill>
                  <a:srgbClr val="1A1A20">
                    <a:alpha val="88000"/>
                  </a:srgbClr>
                </a:solidFill>
                <a:latin typeface="Space Grotesk" pitchFamily="34" charset="0"/>
                <a:ea typeface="Space Grotesk" pitchFamily="34" charset="-122"/>
                <a:cs typeface="Space Grotesk" pitchFamily="34" charset="-120"/>
              </a:rPr>
              <a:t>Bi</a:t>
            </a:r>
            <a:endParaRPr lang="en-US" sz="11800" dirty="0"/>
          </a:p>
        </p:txBody>
      </p:sp>
      <p:sp>
        <p:nvSpPr>
          <p:cNvPr id="5" name="Text 3"/>
          <p:cNvSpPr/>
          <p:nvPr/>
        </p:nvSpPr>
        <p:spPr>
          <a:xfrm>
            <a:off x="9445752" y="338328"/>
            <a:ext cx="2057400" cy="182880"/>
          </a:xfrm>
          <a:prstGeom prst="rect">
            <a:avLst/>
          </a:prstGeom>
          <a:noFill/>
          <a:ln/>
        </p:spPr>
        <p:txBody>
          <a:bodyPr wrap="square" lIns="0" tIns="0" rIns="0" bIns="0" rtlCol="0" anchor="ctr"/>
          <a:lstStyle/>
          <a:p>
            <a:pPr algn="r" indent="0" marL="0">
              <a:buNone/>
            </a:pPr>
            <a:r>
              <a:rPr lang="en-US" sz="750" b="1" spc="100" kern="0" dirty="0">
                <a:solidFill>
                  <a:srgbClr val="62626B"/>
                </a:solidFill>
                <a:latin typeface="Space Grotesk" pitchFamily="34" charset="0"/>
                <a:ea typeface="Space Grotesk" pitchFamily="34" charset="-122"/>
                <a:cs typeface="Space Grotesk" pitchFamily="34" charset="-120"/>
              </a:rPr>
              <a:t>BEFORE I ASK, DONE</a:t>
            </a:r>
            <a:endParaRPr lang="en-US" sz="750" dirty="0"/>
          </a:p>
        </p:txBody>
      </p:sp>
      <p:sp>
        <p:nvSpPr>
          <p:cNvPr id="6" name="Text 4"/>
          <p:cNvSpPr/>
          <p:nvPr/>
        </p:nvSpPr>
        <p:spPr>
          <a:xfrm>
            <a:off x="960120" y="1783080"/>
            <a:ext cx="3840480" cy="256032"/>
          </a:xfrm>
          <a:prstGeom prst="rect">
            <a:avLst/>
          </a:prstGeom>
          <a:noFill/>
          <a:ln/>
        </p:spPr>
        <p:txBody>
          <a:bodyPr wrap="square" lIns="0" tIns="0" rIns="0" bIns="0" rtlCol="0" anchor="ctr"/>
          <a:lstStyle/>
          <a:p>
            <a:pPr indent="0" marL="0">
              <a:buNone/>
            </a:pPr>
            <a:r>
              <a:rPr lang="en-US" sz="1000" b="1" spc="100" kern="0" dirty="0">
                <a:solidFill>
                  <a:srgbClr val="7F91FF"/>
                </a:solidFill>
                <a:latin typeface="Space Grotesk" pitchFamily="34" charset="0"/>
                <a:ea typeface="Space Grotesk" pitchFamily="34" charset="-122"/>
                <a:cs typeface="Space Grotesk" pitchFamily="34" charset="-120"/>
              </a:rPr>
              <a:t>Codex / Claude Code</a:t>
            </a:r>
            <a:endParaRPr lang="en-US" sz="1000" dirty="0"/>
          </a:p>
        </p:txBody>
      </p:sp>
      <p:sp>
        <p:nvSpPr>
          <p:cNvPr id="7" name="Shape 5"/>
          <p:cNvSpPr/>
          <p:nvPr/>
        </p:nvSpPr>
        <p:spPr>
          <a:xfrm>
            <a:off x="960120" y="2249424"/>
            <a:ext cx="25603" cy="1298448"/>
          </a:xfrm>
          <a:prstGeom prst="rect">
            <a:avLst/>
          </a:prstGeom>
          <a:solidFill>
            <a:srgbClr val="2340FF"/>
          </a:solidFill>
          <a:ln w="12700">
            <a:solidFill>
              <a:srgbClr val="2340FF">
                <a:alpha val="0"/>
              </a:srgbClr>
            </a:solidFill>
            <a:prstDash val="solid"/>
          </a:ln>
        </p:spPr>
      </p:sp>
      <p:sp>
        <p:nvSpPr>
          <p:cNvPr id="8" name="Text 6"/>
          <p:cNvSpPr/>
          <p:nvPr/>
        </p:nvSpPr>
        <p:spPr>
          <a:xfrm>
            <a:off x="1133856" y="2103120"/>
            <a:ext cx="6858000" cy="1600200"/>
          </a:xfrm>
          <a:prstGeom prst="rect">
            <a:avLst/>
          </a:prstGeom>
          <a:noFill/>
          <a:ln/>
        </p:spPr>
        <p:txBody>
          <a:bodyPr wrap="square" lIns="0" tIns="0" rIns="0" bIns="0" rtlCol="0" anchor="ctr">
            <a:normAutofit/>
          </a:bodyPr>
          <a:lstStyle/>
          <a:p>
            <a:pPr indent="0" marL="0">
              <a:lnSpc>
                <a:spcPct val="92000"/>
              </a:lnSpc>
              <a:buNone/>
            </a:pPr>
            <a:r>
              <a:rPr lang="en-US" sz="3600" b="1" dirty="0">
                <a:solidFill>
                  <a:srgbClr val="FFFFFF"/>
                </a:solidFill>
                <a:latin typeface="Pretendard Variable" pitchFamily="34" charset="0"/>
                <a:ea typeface="Pretendard Variable" pitchFamily="34" charset="-122"/>
                <a:cs typeface="Pretendard Variable" pitchFamily="34" charset="-120"/>
              </a:rPr>
              <a:t>사장님이 직접 만드는</a:t>
            </a:r>
            <a:endParaRPr lang="en-US" sz="3600" dirty="0"/>
          </a:p>
          <a:p>
            <a:pPr indent="0" marL="0">
              <a:lnSpc>
                <a:spcPct val="92000"/>
              </a:lnSpc>
              <a:buNone/>
            </a:pPr>
            <a:r>
              <a:rPr lang="en-US" sz="3600" b="1" dirty="0">
                <a:solidFill>
                  <a:srgbClr val="FFFFFF"/>
                </a:solidFill>
                <a:latin typeface="Pretendard Variable" pitchFamily="34" charset="0"/>
                <a:ea typeface="Pretendard Variable" pitchFamily="34" charset="-122"/>
                <a:cs typeface="Pretendard Variable" pitchFamily="34" charset="-120"/>
              </a:rPr>
              <a:t>우리 사업의 도구</a:t>
            </a:r>
            <a:endParaRPr lang="en-US" sz="3600" dirty="0"/>
          </a:p>
        </p:txBody>
      </p:sp>
      <p:sp>
        <p:nvSpPr>
          <p:cNvPr id="9" name="Text 7"/>
          <p:cNvSpPr/>
          <p:nvPr/>
        </p:nvSpPr>
        <p:spPr>
          <a:xfrm>
            <a:off x="1143000" y="3886200"/>
            <a:ext cx="7223760" cy="320040"/>
          </a:xfrm>
          <a:prstGeom prst="rect">
            <a:avLst/>
          </a:prstGeom>
          <a:noFill/>
          <a:ln/>
        </p:spPr>
        <p:txBody>
          <a:bodyPr wrap="square" lIns="0" tIns="0" rIns="0" bIns="0" rtlCol="0" anchor="ctr"/>
          <a:lstStyle/>
          <a:p>
            <a:pPr indent="0" marL="0">
              <a:buNone/>
            </a:pPr>
            <a:r>
              <a:rPr lang="en-US" sz="1200" dirty="0">
                <a:solidFill>
                  <a:srgbClr val="B4B4BD"/>
                </a:solidFill>
                <a:latin typeface="Pretendard Variable" pitchFamily="34" charset="0"/>
                <a:ea typeface="Pretendard Variable" pitchFamily="34" charset="-122"/>
                <a:cs typeface="Pretendard Variable" pitchFamily="34" charset="-120"/>
              </a:rPr>
              <a:t>코딩을 외우는 대신, 원하는 기능을 설명하고 · 확인하고 · 다시 바꾸는 법</a:t>
            </a:r>
            <a:endParaRPr lang="en-US" sz="1200" dirty="0"/>
          </a:p>
        </p:txBody>
      </p:sp>
      <p:sp>
        <p:nvSpPr>
          <p:cNvPr id="10" name="Text 8"/>
          <p:cNvSpPr/>
          <p:nvPr/>
        </p:nvSpPr>
        <p:spPr>
          <a:xfrm>
            <a:off x="960120" y="5257800"/>
            <a:ext cx="3657600" cy="201168"/>
          </a:xfrm>
          <a:prstGeom prst="rect">
            <a:avLst/>
          </a:prstGeom>
          <a:noFill/>
          <a:ln/>
        </p:spPr>
        <p:txBody>
          <a:bodyPr wrap="square" lIns="0" tIns="0" rIns="0" bIns="0" rtlCol="0" anchor="ctr"/>
          <a:lstStyle/>
          <a:p>
            <a:pPr indent="0" marL="0">
              <a:buNone/>
            </a:pPr>
            <a:r>
              <a:rPr lang="en-US" sz="720" b="1" spc="50" kern="0" dirty="0">
                <a:solidFill>
                  <a:srgbClr val="9A9AA4"/>
                </a:solidFill>
                <a:latin typeface="Space Grotesk" pitchFamily="34" charset="0"/>
                <a:ea typeface="Space Grotesk" pitchFamily="34" charset="-122"/>
                <a:cs typeface="Space Grotesk" pitchFamily="34" charset="-120"/>
              </a:rPr>
              <a:t>FOR  소상공인 · 1인 사업자 · 작은 사업팀</a:t>
            </a:r>
            <a:endParaRPr lang="en-US" sz="720" dirty="0"/>
          </a:p>
        </p:txBody>
      </p:sp>
      <p:sp>
        <p:nvSpPr>
          <p:cNvPr id="11" name="Text 9"/>
          <p:cNvSpPr/>
          <p:nvPr/>
        </p:nvSpPr>
        <p:spPr>
          <a:xfrm>
            <a:off x="960120" y="5559552"/>
            <a:ext cx="3657600" cy="201168"/>
          </a:xfrm>
          <a:prstGeom prst="rect">
            <a:avLst/>
          </a:prstGeom>
          <a:noFill/>
          <a:ln/>
        </p:spPr>
        <p:txBody>
          <a:bodyPr wrap="square" lIns="0" tIns="0" rIns="0" bIns="0" rtlCol="0" anchor="ctr"/>
          <a:lstStyle/>
          <a:p>
            <a:pPr indent="0" marL="0">
              <a:buNone/>
            </a:pPr>
            <a:r>
              <a:rPr lang="en-US" sz="720" b="1" spc="50" kern="0" dirty="0">
                <a:solidFill>
                  <a:srgbClr val="9A9AA4"/>
                </a:solidFill>
                <a:latin typeface="Space Grotesk" pitchFamily="34" charset="0"/>
                <a:ea typeface="Space Grotesk" pitchFamily="34" charset="-122"/>
                <a:cs typeface="Space Grotesk" pitchFamily="34" charset="-120"/>
              </a:rPr>
              <a:t>WHAT  AI 코딩 도구의 개념과 사업 적용</a:t>
            </a:r>
            <a:endParaRPr lang="en-US" sz="720" dirty="0"/>
          </a:p>
        </p:txBody>
      </p:sp>
      <p:sp>
        <p:nvSpPr>
          <p:cNvPr id="12" name="Text 10"/>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62626B"/>
                </a:solidFill>
                <a:latin typeface="Space Grotesk" pitchFamily="34" charset="0"/>
                <a:ea typeface="Space Grotesk" pitchFamily="34" charset="-122"/>
                <a:cs typeface="Space Grotesk" pitchFamily="34" charset="-120"/>
              </a:rPr>
              <a:t>Biadone · Codex &amp; Claude Code · Cover</a:t>
            </a:r>
            <a:endParaRPr lang="en-US" sz="680" dirty="0"/>
          </a:p>
        </p:txBody>
      </p:sp>
      <p:sp>
        <p:nvSpPr>
          <p:cNvPr id="13" name="Text 11"/>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62626B"/>
                </a:solidFill>
                <a:latin typeface="Space Grotesk" pitchFamily="34" charset="0"/>
                <a:ea typeface="Space Grotesk" pitchFamily="34" charset="-122"/>
                <a:cs typeface="Space Grotesk" pitchFamily="34" charset="-120"/>
              </a:rPr>
              <a:t>01 / 10</a:t>
            </a:r>
            <a:endParaRPr lang="en-US" sz="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2340FF"/>
                </a:solidFill>
                <a:latin typeface="Space Grotesk" pitchFamily="34" charset="0"/>
                <a:ea typeface="Space Grotesk" pitchFamily="34" charset="-122"/>
                <a:cs typeface="Space Grotesk" pitchFamily="34" charset="-120"/>
              </a:rPr>
              <a:t>01 / WHY THIS MATTERS</a:t>
            </a:r>
            <a:endParaRPr lang="en-US" sz="850" dirty="0"/>
          </a:p>
        </p:txBody>
      </p:sp>
      <p:sp>
        <p:nvSpPr>
          <p:cNvPr id="3" name="Shape 1"/>
          <p:cNvSpPr/>
          <p:nvPr/>
        </p:nvSpPr>
        <p:spPr>
          <a:xfrm>
            <a:off x="685800" y="649224"/>
            <a:ext cx="10817352" cy="0"/>
          </a:xfrm>
          <a:prstGeom prst="line">
            <a:avLst/>
          </a:prstGeom>
          <a:noFill/>
          <a:ln w="8890">
            <a:solidFill>
              <a:srgbClr val="DEDCD6"/>
            </a:solidFill>
            <a:prstDash val="solid"/>
          </a:ln>
        </p:spPr>
      </p:sp>
      <p:sp>
        <p:nvSpPr>
          <p:cNvPr id="4" name="Text 2"/>
          <p:cNvSpPr/>
          <p:nvPr/>
        </p:nvSpPr>
        <p:spPr>
          <a:xfrm>
            <a:off x="868680" y="941832"/>
            <a:ext cx="6949440" cy="960120"/>
          </a:xfrm>
          <a:prstGeom prst="rect">
            <a:avLst/>
          </a:prstGeom>
          <a:noFill/>
          <a:ln/>
        </p:spPr>
        <p:txBody>
          <a:bodyPr wrap="square" lIns="0" tIns="0" rIns="0" bIns="0" rtlCol="0" anchor="ctr">
            <a:normAutofit/>
          </a:bodyPr>
          <a:lstStyle/>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필요한 결과는 알지만</a:t>
            </a:r>
            <a:endParaRPr lang="en-US" sz="2700" dirty="0"/>
          </a:p>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시작할 기준은 없다</a:t>
            </a:r>
            <a:endParaRPr lang="en-US" sz="2700" dirty="0"/>
          </a:p>
        </p:txBody>
      </p:sp>
      <p:sp>
        <p:nvSpPr>
          <p:cNvPr id="5" name="Text 3"/>
          <p:cNvSpPr/>
          <p:nvPr/>
        </p:nvSpPr>
        <p:spPr>
          <a:xfrm>
            <a:off x="868680" y="2020824"/>
            <a:ext cx="6949440" cy="320040"/>
          </a:xfrm>
          <a:prstGeom prst="rect">
            <a:avLst/>
          </a:prstGeom>
          <a:noFill/>
          <a:ln/>
        </p:spPr>
        <p:txBody>
          <a:bodyPr wrap="square" lIns="0" tIns="0" rIns="0" bIns="0" rtlCol="0" anchor="ctr">
            <a:normAutofit/>
          </a:bodyPr>
          <a:lstStyle/>
          <a:p>
            <a:pPr indent="0" marL="0">
              <a:buNone/>
            </a:pPr>
            <a:r>
              <a:rPr lang="en-US" sz="1050" dirty="0">
                <a:solidFill>
                  <a:srgbClr val="9A9AA4"/>
                </a:solidFill>
                <a:latin typeface="Pretendard Variable" pitchFamily="34" charset="0"/>
                <a:ea typeface="Pretendard Variable" pitchFamily="34" charset="-122"/>
                <a:cs typeface="Pretendard Variable" pitchFamily="34" charset="-120"/>
              </a:rPr>
              <a:t>홈페이지 · 반복 업무 · 맞춤 도구 · 콘텐츠 제작</a:t>
            </a:r>
            <a:endParaRPr lang="en-US" sz="1050" dirty="0"/>
          </a:p>
        </p:txBody>
      </p:sp>
      <p:sp>
        <p:nvSpPr>
          <p:cNvPr id="6" name="Text 4"/>
          <p:cNvSpPr/>
          <p:nvPr/>
        </p:nvSpPr>
        <p:spPr>
          <a:xfrm>
            <a:off x="868680" y="2487168"/>
            <a:ext cx="2194560" cy="182880"/>
          </a:xfrm>
          <a:prstGeom prst="rect">
            <a:avLst/>
          </a:prstGeom>
          <a:noFill/>
          <a:ln/>
        </p:spPr>
        <p:txBody>
          <a:bodyPr wrap="square" lIns="0" tIns="0" rIns="0" bIns="0" rtlCol="0" anchor="ctr"/>
          <a:lstStyle/>
          <a:p>
            <a:pPr indent="0" marL="0">
              <a:buNone/>
            </a:pPr>
            <a:r>
              <a:rPr lang="en-US" sz="820" b="1" spc="80" kern="0" dirty="0">
                <a:solidFill>
                  <a:srgbClr val="9A9AA4"/>
                </a:solidFill>
                <a:latin typeface="Space Grotesk" pitchFamily="34" charset="0"/>
                <a:ea typeface="Space Grotesk" pitchFamily="34" charset="-122"/>
                <a:cs typeface="Space Grotesk" pitchFamily="34" charset="-120"/>
              </a:rPr>
              <a:t>THE USUAL SITUATION</a:t>
            </a:r>
            <a:endParaRPr lang="en-US" sz="820" dirty="0"/>
          </a:p>
        </p:txBody>
      </p:sp>
      <p:sp>
        <p:nvSpPr>
          <p:cNvPr id="7" name="Text 5"/>
          <p:cNvSpPr/>
          <p:nvPr/>
        </p:nvSpPr>
        <p:spPr>
          <a:xfrm>
            <a:off x="868680" y="2761488"/>
            <a:ext cx="4251960" cy="1234440"/>
          </a:xfrm>
          <a:prstGeom prst="rect">
            <a:avLst/>
          </a:prstGeom>
          <a:noFill/>
          <a:ln/>
        </p:spPr>
        <p:txBody>
          <a:bodyPr wrap="square" lIns="0" tIns="0" rIns="0" bIns="0" rtlCol="0" anchor="ctr">
            <a:normAutofit/>
          </a:bodyPr>
          <a:lstStyle/>
          <a:p>
            <a:pPr indent="0" marL="0">
              <a:lnSpc>
                <a:spcPct val="96000"/>
              </a:lnSpc>
              <a:buNone/>
            </a:pPr>
            <a:r>
              <a:rPr lang="en-US" sz="2050" b="1" dirty="0">
                <a:solidFill>
                  <a:srgbClr val="4A4A52"/>
                </a:solidFill>
                <a:latin typeface="Pretendard Variable" pitchFamily="34" charset="0"/>
                <a:ea typeface="Pretendard Variable" pitchFamily="34" charset="-122"/>
                <a:cs typeface="Pretendard Variable" pitchFamily="34" charset="-120"/>
              </a:rPr>
              <a:t>소개 페이지가 필요하다</a:t>
            </a:r>
            <a:endParaRPr lang="en-US" sz="2050" dirty="0"/>
          </a:p>
          <a:p>
            <a:pPr indent="0" marL="0">
              <a:lnSpc>
                <a:spcPct val="96000"/>
              </a:lnSpc>
              <a:buNone/>
            </a:pPr>
            <a:r>
              <a:rPr lang="en-US" sz="2050" b="1" dirty="0">
                <a:solidFill>
                  <a:srgbClr val="4A4A52"/>
                </a:solidFill>
                <a:latin typeface="Pretendard Variable" pitchFamily="34" charset="0"/>
                <a:ea typeface="Pretendard Variable" pitchFamily="34" charset="-122"/>
                <a:cs typeface="Pretendard Variable" pitchFamily="34" charset="-120"/>
              </a:rPr>
              <a:t>견적 계산이 번거롭다</a:t>
            </a:r>
            <a:endParaRPr lang="en-US" sz="2050" dirty="0"/>
          </a:p>
          <a:p>
            <a:pPr indent="0" marL="0">
              <a:lnSpc>
                <a:spcPct val="96000"/>
              </a:lnSpc>
              <a:buNone/>
            </a:pPr>
            <a:r>
              <a:rPr lang="en-US" sz="2050" b="1" dirty="0">
                <a:solidFill>
                  <a:srgbClr val="4A4A52"/>
                </a:solidFill>
                <a:latin typeface="Pretendard Variable" pitchFamily="34" charset="0"/>
                <a:ea typeface="Pretendard Variable" pitchFamily="34" charset="-122"/>
                <a:cs typeface="Pretendard Variable" pitchFamily="34" charset="-120"/>
              </a:rPr>
              <a:t>같은 파일을 매주 정리한다</a:t>
            </a:r>
            <a:endParaRPr lang="en-US" sz="2050" dirty="0"/>
          </a:p>
        </p:txBody>
      </p:sp>
      <p:sp>
        <p:nvSpPr>
          <p:cNvPr id="8" name="Shape 6"/>
          <p:cNvSpPr/>
          <p:nvPr/>
        </p:nvSpPr>
        <p:spPr>
          <a:xfrm>
            <a:off x="5870448" y="2487168"/>
            <a:ext cx="0" cy="2670048"/>
          </a:xfrm>
          <a:prstGeom prst="line">
            <a:avLst/>
          </a:prstGeom>
          <a:noFill/>
          <a:ln w="10160">
            <a:solidFill>
              <a:srgbClr val="DEDCD6"/>
            </a:solidFill>
            <a:prstDash val="solid"/>
          </a:ln>
        </p:spPr>
      </p:sp>
      <p:sp>
        <p:nvSpPr>
          <p:cNvPr id="9" name="Text 7"/>
          <p:cNvSpPr/>
          <p:nvPr/>
        </p:nvSpPr>
        <p:spPr>
          <a:xfrm>
            <a:off x="6446520" y="2542032"/>
            <a:ext cx="411480" cy="219456"/>
          </a:xfrm>
          <a:prstGeom prst="rect">
            <a:avLst/>
          </a:prstGeom>
          <a:noFill/>
          <a:ln/>
        </p:spPr>
        <p:txBody>
          <a:bodyPr wrap="square" lIns="0" tIns="0" rIns="0" bIns="0" rtlCol="0" anchor="ctr"/>
          <a:lstStyle/>
          <a:p>
            <a:pPr indent="0" marL="0">
              <a:buNone/>
            </a:pPr>
            <a:r>
              <a:rPr lang="en-US" sz="1500" b="1" dirty="0">
                <a:solidFill>
                  <a:srgbClr val="2340FF"/>
                </a:solidFill>
                <a:latin typeface="Space Grotesk" pitchFamily="34" charset="0"/>
                <a:ea typeface="Space Grotesk" pitchFamily="34" charset="-122"/>
                <a:cs typeface="Space Grotesk" pitchFamily="34" charset="-120"/>
              </a:rPr>
              <a:t>01</a:t>
            </a:r>
            <a:endParaRPr lang="en-US" sz="1500" dirty="0"/>
          </a:p>
        </p:txBody>
      </p:sp>
      <p:sp>
        <p:nvSpPr>
          <p:cNvPr id="10" name="Text 8"/>
          <p:cNvSpPr/>
          <p:nvPr/>
        </p:nvSpPr>
        <p:spPr>
          <a:xfrm>
            <a:off x="6967728" y="2560320"/>
            <a:ext cx="2011680" cy="146304"/>
          </a:xfrm>
          <a:prstGeom prst="rect">
            <a:avLst/>
          </a:prstGeom>
          <a:noFill/>
          <a:ln/>
        </p:spPr>
        <p:txBody>
          <a:bodyPr wrap="square" lIns="0" tIns="0" rIns="0" bIns="0" rtlCol="0" anchor="ctr"/>
          <a:lstStyle/>
          <a:p>
            <a:pPr indent="0" marL="0">
              <a:buNone/>
            </a:pPr>
            <a:r>
              <a:rPr lang="en-US" sz="720" b="1" spc="70" kern="0" dirty="0">
                <a:solidFill>
                  <a:srgbClr val="9A9AA4"/>
                </a:solidFill>
                <a:latin typeface="Space Grotesk" pitchFamily="34" charset="0"/>
                <a:ea typeface="Space Grotesk" pitchFamily="34" charset="-122"/>
                <a:cs typeface="Space Grotesk" pitchFamily="34" charset="-120"/>
              </a:rPr>
              <a:t>WHERE TO START</a:t>
            </a:r>
            <a:endParaRPr lang="en-US" sz="720" dirty="0"/>
          </a:p>
        </p:txBody>
      </p:sp>
      <p:sp>
        <p:nvSpPr>
          <p:cNvPr id="11" name="Text 9"/>
          <p:cNvSpPr/>
          <p:nvPr/>
        </p:nvSpPr>
        <p:spPr>
          <a:xfrm>
            <a:off x="6967728" y="2798064"/>
            <a:ext cx="3520440" cy="274320"/>
          </a:xfrm>
          <a:prstGeom prst="rect">
            <a:avLst/>
          </a:prstGeom>
          <a:noFill/>
          <a:ln/>
        </p:spPr>
        <p:txBody>
          <a:bodyPr wrap="square" lIns="0" tIns="0" rIns="0" bIns="0" rtlCol="0" anchor="ctr"/>
          <a:lstStyle/>
          <a:p>
            <a:pPr indent="0" marL="0">
              <a:buNone/>
            </a:pPr>
            <a:r>
              <a:rPr lang="en-US" sz="1350" b="1" dirty="0">
                <a:solidFill>
                  <a:srgbClr val="4A4A52"/>
                </a:solidFill>
                <a:latin typeface="Pretendard Variable" pitchFamily="34" charset="0"/>
                <a:ea typeface="Pretendard Variable" pitchFamily="34" charset="-122"/>
                <a:cs typeface="Pretendard Variable" pitchFamily="34" charset="-120"/>
              </a:rPr>
              <a:t>무엇부터 만들지</a:t>
            </a:r>
            <a:endParaRPr lang="en-US" sz="1350" dirty="0"/>
          </a:p>
        </p:txBody>
      </p:sp>
      <p:sp>
        <p:nvSpPr>
          <p:cNvPr id="12" name="Text 10"/>
          <p:cNvSpPr/>
          <p:nvPr/>
        </p:nvSpPr>
        <p:spPr>
          <a:xfrm>
            <a:off x="6446520" y="3410712"/>
            <a:ext cx="411480" cy="219456"/>
          </a:xfrm>
          <a:prstGeom prst="rect">
            <a:avLst/>
          </a:prstGeom>
          <a:noFill/>
          <a:ln/>
        </p:spPr>
        <p:txBody>
          <a:bodyPr wrap="square" lIns="0" tIns="0" rIns="0" bIns="0" rtlCol="0" anchor="ctr"/>
          <a:lstStyle/>
          <a:p>
            <a:pPr indent="0" marL="0">
              <a:buNone/>
            </a:pPr>
            <a:r>
              <a:rPr lang="en-US" sz="1500" b="1" dirty="0">
                <a:solidFill>
                  <a:srgbClr val="2340FF"/>
                </a:solidFill>
                <a:latin typeface="Space Grotesk" pitchFamily="34" charset="0"/>
                <a:ea typeface="Space Grotesk" pitchFamily="34" charset="-122"/>
                <a:cs typeface="Space Grotesk" pitchFamily="34" charset="-120"/>
              </a:rPr>
              <a:t>02</a:t>
            </a:r>
            <a:endParaRPr lang="en-US" sz="1500" dirty="0"/>
          </a:p>
        </p:txBody>
      </p:sp>
      <p:sp>
        <p:nvSpPr>
          <p:cNvPr id="13" name="Text 11"/>
          <p:cNvSpPr/>
          <p:nvPr/>
        </p:nvSpPr>
        <p:spPr>
          <a:xfrm>
            <a:off x="6967728" y="3429000"/>
            <a:ext cx="2011680" cy="146304"/>
          </a:xfrm>
          <a:prstGeom prst="rect">
            <a:avLst/>
          </a:prstGeom>
          <a:noFill/>
          <a:ln/>
        </p:spPr>
        <p:txBody>
          <a:bodyPr wrap="square" lIns="0" tIns="0" rIns="0" bIns="0" rtlCol="0" anchor="ctr"/>
          <a:lstStyle/>
          <a:p>
            <a:pPr indent="0" marL="0">
              <a:buNone/>
            </a:pPr>
            <a:r>
              <a:rPr lang="en-US" sz="720" b="1" spc="70" kern="0" dirty="0">
                <a:solidFill>
                  <a:srgbClr val="9A9AA4"/>
                </a:solidFill>
                <a:latin typeface="Space Grotesk" pitchFamily="34" charset="0"/>
                <a:ea typeface="Space Grotesk" pitchFamily="34" charset="-122"/>
                <a:cs typeface="Space Grotesk" pitchFamily="34" charset="-120"/>
              </a:rPr>
              <a:t>WHICH TOOL</a:t>
            </a:r>
            <a:endParaRPr lang="en-US" sz="720" dirty="0"/>
          </a:p>
        </p:txBody>
      </p:sp>
      <p:sp>
        <p:nvSpPr>
          <p:cNvPr id="14" name="Text 12"/>
          <p:cNvSpPr/>
          <p:nvPr/>
        </p:nvSpPr>
        <p:spPr>
          <a:xfrm>
            <a:off x="6967728" y="3666744"/>
            <a:ext cx="3520440" cy="274320"/>
          </a:xfrm>
          <a:prstGeom prst="rect">
            <a:avLst/>
          </a:prstGeom>
          <a:noFill/>
          <a:ln/>
        </p:spPr>
        <p:txBody>
          <a:bodyPr wrap="square" lIns="0" tIns="0" rIns="0" bIns="0" rtlCol="0" anchor="ctr"/>
          <a:lstStyle/>
          <a:p>
            <a:pPr indent="0" marL="0">
              <a:buNone/>
            </a:pPr>
            <a:r>
              <a:rPr lang="en-US" sz="1350" b="1" dirty="0">
                <a:solidFill>
                  <a:srgbClr val="4A4A52"/>
                </a:solidFill>
                <a:latin typeface="Pretendard Variable" pitchFamily="34" charset="0"/>
                <a:ea typeface="Pretendard Variable" pitchFamily="34" charset="-122"/>
                <a:cs typeface="Pretendard Variable" pitchFamily="34" charset="-120"/>
              </a:rPr>
              <a:t>어떤 도구를 쓸지</a:t>
            </a:r>
            <a:endParaRPr lang="en-US" sz="1350" dirty="0"/>
          </a:p>
        </p:txBody>
      </p:sp>
      <p:sp>
        <p:nvSpPr>
          <p:cNvPr id="15" name="Text 13"/>
          <p:cNvSpPr/>
          <p:nvPr/>
        </p:nvSpPr>
        <p:spPr>
          <a:xfrm>
            <a:off x="6446520" y="4279392"/>
            <a:ext cx="411480" cy="219456"/>
          </a:xfrm>
          <a:prstGeom prst="rect">
            <a:avLst/>
          </a:prstGeom>
          <a:noFill/>
          <a:ln/>
        </p:spPr>
        <p:txBody>
          <a:bodyPr wrap="square" lIns="0" tIns="0" rIns="0" bIns="0" rtlCol="0" anchor="ctr"/>
          <a:lstStyle/>
          <a:p>
            <a:pPr indent="0" marL="0">
              <a:buNone/>
            </a:pPr>
            <a:r>
              <a:rPr lang="en-US" sz="1500" b="1" dirty="0">
                <a:solidFill>
                  <a:srgbClr val="2340FF"/>
                </a:solidFill>
                <a:latin typeface="Space Grotesk" pitchFamily="34" charset="0"/>
                <a:ea typeface="Space Grotesk" pitchFamily="34" charset="-122"/>
                <a:cs typeface="Space Grotesk" pitchFamily="34" charset="-120"/>
              </a:rPr>
              <a:t>03</a:t>
            </a:r>
            <a:endParaRPr lang="en-US" sz="1500" dirty="0"/>
          </a:p>
        </p:txBody>
      </p:sp>
      <p:sp>
        <p:nvSpPr>
          <p:cNvPr id="16" name="Text 14"/>
          <p:cNvSpPr/>
          <p:nvPr/>
        </p:nvSpPr>
        <p:spPr>
          <a:xfrm>
            <a:off x="6967728" y="4297680"/>
            <a:ext cx="2011680" cy="146304"/>
          </a:xfrm>
          <a:prstGeom prst="rect">
            <a:avLst/>
          </a:prstGeom>
          <a:noFill/>
          <a:ln/>
        </p:spPr>
        <p:txBody>
          <a:bodyPr wrap="square" lIns="0" tIns="0" rIns="0" bIns="0" rtlCol="0" anchor="ctr"/>
          <a:lstStyle/>
          <a:p>
            <a:pPr indent="0" marL="0">
              <a:buNone/>
            </a:pPr>
            <a:r>
              <a:rPr lang="en-US" sz="720" b="1" spc="70" kern="0" dirty="0">
                <a:solidFill>
                  <a:srgbClr val="9A9AA4"/>
                </a:solidFill>
                <a:latin typeface="Space Grotesk" pitchFamily="34" charset="0"/>
                <a:ea typeface="Space Grotesk" pitchFamily="34" charset="-122"/>
                <a:cs typeface="Space Grotesk" pitchFamily="34" charset="-120"/>
              </a:rPr>
              <a:t>BUILD OR BUY</a:t>
            </a:r>
            <a:endParaRPr lang="en-US" sz="720" dirty="0"/>
          </a:p>
        </p:txBody>
      </p:sp>
      <p:sp>
        <p:nvSpPr>
          <p:cNvPr id="17" name="Text 15"/>
          <p:cNvSpPr/>
          <p:nvPr/>
        </p:nvSpPr>
        <p:spPr>
          <a:xfrm>
            <a:off x="6967728" y="4535424"/>
            <a:ext cx="3520440" cy="274320"/>
          </a:xfrm>
          <a:prstGeom prst="rect">
            <a:avLst/>
          </a:prstGeom>
          <a:noFill/>
          <a:ln/>
        </p:spPr>
        <p:txBody>
          <a:bodyPr wrap="square" lIns="0" tIns="0" rIns="0" bIns="0" rtlCol="0" anchor="ctr"/>
          <a:lstStyle/>
          <a:p>
            <a:pPr indent="0" marL="0">
              <a:buNone/>
            </a:pPr>
            <a:r>
              <a:rPr lang="en-US" sz="1350" b="1" dirty="0">
                <a:solidFill>
                  <a:srgbClr val="4A4A52"/>
                </a:solidFill>
                <a:latin typeface="Pretendard Variable" pitchFamily="34" charset="0"/>
                <a:ea typeface="Pretendard Variable" pitchFamily="34" charset="-122"/>
                <a:cs typeface="Pretendard Variable" pitchFamily="34" charset="-120"/>
              </a:rPr>
              <a:t>직접 만들지 맡길지</a:t>
            </a:r>
            <a:endParaRPr lang="en-US" sz="1350" dirty="0"/>
          </a:p>
        </p:txBody>
      </p:sp>
      <p:sp>
        <p:nvSpPr>
          <p:cNvPr id="18" name="Shape 16"/>
          <p:cNvSpPr/>
          <p:nvPr/>
        </p:nvSpPr>
        <p:spPr>
          <a:xfrm>
            <a:off x="868680" y="5376672"/>
            <a:ext cx="25603" cy="310896"/>
          </a:xfrm>
          <a:prstGeom prst="rect">
            <a:avLst/>
          </a:prstGeom>
          <a:solidFill>
            <a:srgbClr val="2340FF"/>
          </a:solidFill>
          <a:ln w="12700">
            <a:solidFill>
              <a:srgbClr val="2340FF">
                <a:alpha val="0"/>
              </a:srgbClr>
            </a:solidFill>
            <a:prstDash val="solid"/>
          </a:ln>
        </p:spPr>
      </p:sp>
      <p:sp>
        <p:nvSpPr>
          <p:cNvPr id="19" name="Text 17"/>
          <p:cNvSpPr/>
          <p:nvPr/>
        </p:nvSpPr>
        <p:spPr>
          <a:xfrm>
            <a:off x="1051560" y="5330952"/>
            <a:ext cx="5303520" cy="384048"/>
          </a:xfrm>
          <a:prstGeom prst="rect">
            <a:avLst/>
          </a:prstGeom>
          <a:noFill/>
          <a:ln/>
        </p:spPr>
        <p:txBody>
          <a:bodyPr wrap="square" lIns="0" tIns="0" rIns="0" bIns="0" rtlCol="0" anchor="ctr"/>
          <a:lstStyle/>
          <a:p>
            <a:pPr indent="0" marL="0">
              <a:buNone/>
            </a:pPr>
            <a:r>
              <a:rPr lang="en-US" sz="1550" b="1" dirty="0">
                <a:solidFill>
                  <a:srgbClr val="101014"/>
                </a:solidFill>
                <a:latin typeface="Pretendard Variable" pitchFamily="34" charset="0"/>
                <a:ea typeface="Pretendard Variable" pitchFamily="34" charset="-122"/>
                <a:cs typeface="Pretendard Variable" pitchFamily="34" charset="-120"/>
              </a:rPr>
              <a:t>막히는 지점은 코딩보다 판단 기준</a:t>
            </a:r>
            <a:endParaRPr lang="en-US" sz="1550" dirty="0"/>
          </a:p>
        </p:txBody>
      </p:sp>
      <p:sp>
        <p:nvSpPr>
          <p:cNvPr id="20" name="Text 18"/>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B4B0A6"/>
                </a:solidFill>
                <a:latin typeface="Space Grotesk" pitchFamily="34" charset="0"/>
                <a:ea typeface="Space Grotesk" pitchFamily="34" charset="-122"/>
                <a:cs typeface="Space Grotesk" pitchFamily="34" charset="-120"/>
              </a:rPr>
              <a:t>Biadone · 01 Why This Matters</a:t>
            </a:r>
            <a:endParaRPr lang="en-US" sz="680" dirty="0"/>
          </a:p>
        </p:txBody>
      </p:sp>
      <p:sp>
        <p:nvSpPr>
          <p:cNvPr id="21" name="Text 19"/>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B4B0A6"/>
                </a:solidFill>
                <a:latin typeface="Space Grotesk" pitchFamily="34" charset="0"/>
                <a:ea typeface="Space Grotesk" pitchFamily="34" charset="-122"/>
                <a:cs typeface="Space Grotesk" pitchFamily="34" charset="-120"/>
              </a:rPr>
              <a:t>02 / 10</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2340FF"/>
                </a:solidFill>
                <a:latin typeface="Space Grotesk" pitchFamily="34" charset="0"/>
                <a:ea typeface="Space Grotesk" pitchFamily="34" charset="-122"/>
                <a:cs typeface="Space Grotesk" pitchFamily="34" charset="-120"/>
              </a:rPr>
              <a:t>02 / WHAT THEY ARE</a:t>
            </a:r>
            <a:endParaRPr lang="en-US" sz="850" dirty="0"/>
          </a:p>
        </p:txBody>
      </p:sp>
      <p:sp>
        <p:nvSpPr>
          <p:cNvPr id="3" name="Shape 1"/>
          <p:cNvSpPr/>
          <p:nvPr/>
        </p:nvSpPr>
        <p:spPr>
          <a:xfrm>
            <a:off x="685800" y="649224"/>
            <a:ext cx="10817352" cy="0"/>
          </a:xfrm>
          <a:prstGeom prst="line">
            <a:avLst/>
          </a:prstGeom>
          <a:noFill/>
          <a:ln w="8890">
            <a:solidFill>
              <a:srgbClr val="DEDCD6"/>
            </a:solidFill>
            <a:prstDash val="solid"/>
          </a:ln>
        </p:spPr>
      </p:sp>
      <p:sp>
        <p:nvSpPr>
          <p:cNvPr id="4" name="Text 2"/>
          <p:cNvSpPr/>
          <p:nvPr/>
        </p:nvSpPr>
        <p:spPr>
          <a:xfrm>
            <a:off x="868680" y="1188720"/>
            <a:ext cx="3154680" cy="731520"/>
          </a:xfrm>
          <a:prstGeom prst="rect">
            <a:avLst/>
          </a:prstGeom>
          <a:noFill/>
          <a:ln/>
        </p:spPr>
        <p:txBody>
          <a:bodyPr wrap="square" lIns="0" tIns="0" rIns="0" bIns="0" rtlCol="0" anchor="ctr"/>
          <a:lstStyle/>
          <a:p>
            <a:pPr indent="0" marL="0">
              <a:buNone/>
            </a:pPr>
            <a:r>
              <a:rPr lang="en-US" sz="4200" b="1" dirty="0">
                <a:solidFill>
                  <a:srgbClr val="2340FF"/>
                </a:solidFill>
                <a:latin typeface="Space Grotesk" pitchFamily="34" charset="0"/>
                <a:ea typeface="Space Grotesk" pitchFamily="34" charset="-122"/>
                <a:cs typeface="Space Grotesk" pitchFamily="34" charset="-120"/>
              </a:rPr>
              <a:t>Codex</a:t>
            </a:r>
            <a:endParaRPr lang="en-US" sz="4200" dirty="0"/>
          </a:p>
        </p:txBody>
      </p:sp>
      <p:sp>
        <p:nvSpPr>
          <p:cNvPr id="5" name="Text 3"/>
          <p:cNvSpPr/>
          <p:nvPr/>
        </p:nvSpPr>
        <p:spPr>
          <a:xfrm>
            <a:off x="4773168" y="1188720"/>
            <a:ext cx="4206240" cy="731520"/>
          </a:xfrm>
          <a:prstGeom prst="rect">
            <a:avLst/>
          </a:prstGeom>
          <a:noFill/>
          <a:ln/>
        </p:spPr>
        <p:txBody>
          <a:bodyPr wrap="square" lIns="0" tIns="0" rIns="0" bIns="0" rtlCol="0" anchor="ctr"/>
          <a:lstStyle/>
          <a:p>
            <a:pPr indent="0" marL="0">
              <a:buNone/>
            </a:pPr>
            <a:r>
              <a:rPr lang="en-US" sz="4200" b="1" dirty="0">
                <a:solidFill>
                  <a:srgbClr val="101014"/>
                </a:solidFill>
                <a:latin typeface="Space Grotesk" pitchFamily="34" charset="0"/>
                <a:ea typeface="Space Grotesk" pitchFamily="34" charset="-122"/>
                <a:cs typeface="Space Grotesk" pitchFamily="34" charset="-120"/>
              </a:rPr>
              <a:t>Claude Code</a:t>
            </a:r>
            <a:endParaRPr lang="en-US" sz="4200" dirty="0"/>
          </a:p>
        </p:txBody>
      </p:sp>
      <p:sp>
        <p:nvSpPr>
          <p:cNvPr id="6" name="Text 4"/>
          <p:cNvSpPr/>
          <p:nvPr/>
        </p:nvSpPr>
        <p:spPr>
          <a:xfrm>
            <a:off x="896112" y="1975104"/>
            <a:ext cx="2743200" cy="228600"/>
          </a:xfrm>
          <a:prstGeom prst="rect">
            <a:avLst/>
          </a:prstGeom>
          <a:noFill/>
          <a:ln/>
        </p:spPr>
        <p:txBody>
          <a:bodyPr wrap="square" lIns="0" tIns="0" rIns="0" bIns="0" rtlCol="0" anchor="ctr"/>
          <a:lstStyle/>
          <a:p>
            <a:pPr indent="0" marL="0">
              <a:buNone/>
            </a:pPr>
            <a:r>
              <a:rPr lang="en-US" sz="1100" dirty="0">
                <a:solidFill>
                  <a:srgbClr val="6E6E7A"/>
                </a:solidFill>
                <a:latin typeface="Pretendard Variable" pitchFamily="34" charset="0"/>
                <a:ea typeface="Pretendard Variable" pitchFamily="34" charset="-122"/>
                <a:cs typeface="Pretendard Variable" pitchFamily="34" charset="-120"/>
              </a:rPr>
              <a:t>OpenAI의 AI 코딩 도구</a:t>
            </a:r>
            <a:endParaRPr lang="en-US" sz="1100" dirty="0"/>
          </a:p>
        </p:txBody>
      </p:sp>
      <p:sp>
        <p:nvSpPr>
          <p:cNvPr id="7" name="Text 5"/>
          <p:cNvSpPr/>
          <p:nvPr/>
        </p:nvSpPr>
        <p:spPr>
          <a:xfrm>
            <a:off x="4800600" y="1975104"/>
            <a:ext cx="3017520" cy="228600"/>
          </a:xfrm>
          <a:prstGeom prst="rect">
            <a:avLst/>
          </a:prstGeom>
          <a:noFill/>
          <a:ln/>
        </p:spPr>
        <p:txBody>
          <a:bodyPr wrap="square" lIns="0" tIns="0" rIns="0" bIns="0" rtlCol="0" anchor="ctr"/>
          <a:lstStyle/>
          <a:p>
            <a:pPr indent="0" marL="0">
              <a:buNone/>
            </a:pPr>
            <a:r>
              <a:rPr lang="en-US" sz="1100" dirty="0">
                <a:solidFill>
                  <a:srgbClr val="6E6E7A"/>
                </a:solidFill>
                <a:latin typeface="Pretendard Variable" pitchFamily="34" charset="0"/>
                <a:ea typeface="Pretendard Variable" pitchFamily="34" charset="-122"/>
                <a:cs typeface="Pretendard Variable" pitchFamily="34" charset="-120"/>
              </a:rPr>
              <a:t>Anthropic의 AI 코딩 도구</a:t>
            </a:r>
            <a:endParaRPr lang="en-US" sz="1100" dirty="0"/>
          </a:p>
        </p:txBody>
      </p:sp>
      <p:sp>
        <p:nvSpPr>
          <p:cNvPr id="8" name="Shape 6"/>
          <p:cNvSpPr/>
          <p:nvPr/>
        </p:nvSpPr>
        <p:spPr>
          <a:xfrm>
            <a:off x="4233672" y="1124712"/>
            <a:ext cx="0" cy="1325880"/>
          </a:xfrm>
          <a:prstGeom prst="line">
            <a:avLst/>
          </a:prstGeom>
          <a:noFill/>
          <a:ln w="10160">
            <a:solidFill>
              <a:srgbClr val="DEDCD6"/>
            </a:solidFill>
            <a:prstDash val="solid"/>
          </a:ln>
        </p:spPr>
      </p:sp>
      <p:sp>
        <p:nvSpPr>
          <p:cNvPr id="9" name="Shape 7"/>
          <p:cNvSpPr/>
          <p:nvPr/>
        </p:nvSpPr>
        <p:spPr>
          <a:xfrm>
            <a:off x="868680" y="2880360"/>
            <a:ext cx="25603" cy="804672"/>
          </a:xfrm>
          <a:prstGeom prst="rect">
            <a:avLst/>
          </a:prstGeom>
          <a:solidFill>
            <a:srgbClr val="2340FF"/>
          </a:solidFill>
          <a:ln w="12700">
            <a:solidFill>
              <a:srgbClr val="2340FF">
                <a:alpha val="0"/>
              </a:srgbClr>
            </a:solidFill>
            <a:prstDash val="solid"/>
          </a:ln>
        </p:spPr>
      </p:sp>
      <p:sp>
        <p:nvSpPr>
          <p:cNvPr id="10" name="Text 8"/>
          <p:cNvSpPr/>
          <p:nvPr/>
        </p:nvSpPr>
        <p:spPr>
          <a:xfrm>
            <a:off x="1078992" y="2788920"/>
            <a:ext cx="5486400" cy="960120"/>
          </a:xfrm>
          <a:prstGeom prst="rect">
            <a:avLst/>
          </a:prstGeom>
          <a:noFill/>
          <a:ln/>
        </p:spPr>
        <p:txBody>
          <a:bodyPr wrap="square" lIns="0" tIns="0" rIns="0" bIns="0" rtlCol="0" anchor="ctr">
            <a:normAutofit/>
          </a:bodyPr>
          <a:lstStyle/>
          <a:p>
            <a:pPr indent="0" marL="0">
              <a:lnSpc>
                <a:spcPct val="92000"/>
              </a:lnSpc>
              <a:buNone/>
            </a:pPr>
            <a:r>
              <a:rPr lang="en-US" sz="2400" b="1" dirty="0">
                <a:solidFill>
                  <a:srgbClr val="101014"/>
                </a:solidFill>
                <a:latin typeface="Pretendard Variable" pitchFamily="34" charset="0"/>
                <a:ea typeface="Pretendard Variable" pitchFamily="34" charset="-122"/>
                <a:cs typeface="Pretendard Variable" pitchFamily="34" charset="-120"/>
              </a:rPr>
              <a:t>질문에 답하는 데서 더 나아가</a:t>
            </a:r>
            <a:endParaRPr lang="en-US" sz="2400" dirty="0"/>
          </a:p>
          <a:p>
            <a:pPr indent="0" marL="0">
              <a:lnSpc>
                <a:spcPct val="92000"/>
              </a:lnSpc>
              <a:buNone/>
            </a:pPr>
            <a:r>
              <a:rPr lang="en-US" sz="2400" b="1" dirty="0">
                <a:solidFill>
                  <a:srgbClr val="101014"/>
                </a:solidFill>
                <a:latin typeface="Pretendard Variable" pitchFamily="34" charset="0"/>
                <a:ea typeface="Pretendard Variable" pitchFamily="34" charset="-122"/>
                <a:cs typeface="Pretendard Variable" pitchFamily="34" charset="-120"/>
              </a:rPr>
              <a:t>프로젝트의 파일을 직접 다룬다</a:t>
            </a:r>
            <a:endParaRPr lang="en-US" sz="2400" dirty="0"/>
          </a:p>
        </p:txBody>
      </p:sp>
      <p:sp>
        <p:nvSpPr>
          <p:cNvPr id="11" name="Text 9"/>
          <p:cNvSpPr/>
          <p:nvPr/>
        </p:nvSpPr>
        <p:spPr>
          <a:xfrm>
            <a:off x="914400" y="4590288"/>
            <a:ext cx="1005840" cy="164592"/>
          </a:xfrm>
          <a:prstGeom prst="rect">
            <a:avLst/>
          </a:prstGeom>
          <a:noFill/>
          <a:ln/>
        </p:spPr>
        <p:txBody>
          <a:bodyPr wrap="square" lIns="0" tIns="0" rIns="0" bIns="0" rtlCol="0" anchor="ctr"/>
          <a:lstStyle/>
          <a:p>
            <a:pPr indent="0" marL="0">
              <a:buNone/>
            </a:pPr>
            <a:r>
              <a:rPr lang="en-US" sz="800" b="1" spc="80" kern="0" dirty="0">
                <a:solidFill>
                  <a:srgbClr val="2340FF"/>
                </a:solidFill>
                <a:latin typeface="Space Grotesk" pitchFamily="34" charset="0"/>
                <a:ea typeface="Space Grotesk" pitchFamily="34" charset="-122"/>
                <a:cs typeface="Space Grotesk" pitchFamily="34" charset="-120"/>
              </a:rPr>
              <a:t>READ</a:t>
            </a:r>
            <a:endParaRPr lang="en-US" sz="800" dirty="0"/>
          </a:p>
        </p:txBody>
      </p:sp>
      <p:sp>
        <p:nvSpPr>
          <p:cNvPr id="12" name="Text 10"/>
          <p:cNvSpPr/>
          <p:nvPr/>
        </p:nvSpPr>
        <p:spPr>
          <a:xfrm>
            <a:off x="914400" y="4882896"/>
            <a:ext cx="2743200" cy="310896"/>
          </a:xfrm>
          <a:prstGeom prst="rect">
            <a:avLst/>
          </a:prstGeom>
          <a:noFill/>
          <a:ln/>
        </p:spPr>
        <p:txBody>
          <a:bodyPr wrap="square" lIns="0" tIns="0" rIns="0" bIns="0" rtlCol="0" anchor="ctr"/>
          <a:lstStyle/>
          <a:p>
            <a:pPr indent="0" marL="0">
              <a:buNone/>
            </a:pPr>
            <a:r>
              <a:rPr lang="en-US" sz="1350" b="1" dirty="0">
                <a:solidFill>
                  <a:srgbClr val="4A4A52"/>
                </a:solidFill>
                <a:latin typeface="Pretendard Variable" pitchFamily="34" charset="0"/>
                <a:ea typeface="Pretendard Variable" pitchFamily="34" charset="-122"/>
                <a:cs typeface="Pretendard Variable" pitchFamily="34" charset="-120"/>
              </a:rPr>
              <a:t>파일과 구조 파악</a:t>
            </a:r>
            <a:endParaRPr lang="en-US" sz="1350" dirty="0"/>
          </a:p>
        </p:txBody>
      </p:sp>
      <p:sp>
        <p:nvSpPr>
          <p:cNvPr id="13" name="Shape 11"/>
          <p:cNvSpPr/>
          <p:nvPr/>
        </p:nvSpPr>
        <p:spPr>
          <a:xfrm>
            <a:off x="3959352" y="4526280"/>
            <a:ext cx="0" cy="841248"/>
          </a:xfrm>
          <a:prstGeom prst="line">
            <a:avLst/>
          </a:prstGeom>
          <a:noFill/>
          <a:ln w="10160">
            <a:solidFill>
              <a:srgbClr val="DEDCD6"/>
            </a:solidFill>
            <a:prstDash val="solid"/>
          </a:ln>
        </p:spPr>
      </p:sp>
      <p:sp>
        <p:nvSpPr>
          <p:cNvPr id="14" name="Text 12"/>
          <p:cNvSpPr/>
          <p:nvPr/>
        </p:nvSpPr>
        <p:spPr>
          <a:xfrm>
            <a:off x="4315968" y="4590288"/>
            <a:ext cx="1005840" cy="164592"/>
          </a:xfrm>
          <a:prstGeom prst="rect">
            <a:avLst/>
          </a:prstGeom>
          <a:noFill/>
          <a:ln/>
        </p:spPr>
        <p:txBody>
          <a:bodyPr wrap="square" lIns="0" tIns="0" rIns="0" bIns="0" rtlCol="0" anchor="ctr"/>
          <a:lstStyle/>
          <a:p>
            <a:pPr indent="0" marL="0">
              <a:buNone/>
            </a:pPr>
            <a:r>
              <a:rPr lang="en-US" sz="800" b="1" spc="80" kern="0" dirty="0">
                <a:solidFill>
                  <a:srgbClr val="2340FF"/>
                </a:solidFill>
                <a:latin typeface="Space Grotesk" pitchFamily="34" charset="0"/>
                <a:ea typeface="Space Grotesk" pitchFamily="34" charset="-122"/>
                <a:cs typeface="Space Grotesk" pitchFamily="34" charset="-120"/>
              </a:rPr>
              <a:t>EDIT</a:t>
            </a:r>
            <a:endParaRPr lang="en-US" sz="800" dirty="0"/>
          </a:p>
        </p:txBody>
      </p:sp>
      <p:sp>
        <p:nvSpPr>
          <p:cNvPr id="15" name="Text 13"/>
          <p:cNvSpPr/>
          <p:nvPr/>
        </p:nvSpPr>
        <p:spPr>
          <a:xfrm>
            <a:off x="4315968" y="4882896"/>
            <a:ext cx="2743200" cy="310896"/>
          </a:xfrm>
          <a:prstGeom prst="rect">
            <a:avLst/>
          </a:prstGeom>
          <a:noFill/>
          <a:ln/>
        </p:spPr>
        <p:txBody>
          <a:bodyPr wrap="square" lIns="0" tIns="0" rIns="0" bIns="0" rtlCol="0" anchor="ctr"/>
          <a:lstStyle/>
          <a:p>
            <a:pPr indent="0" marL="0">
              <a:buNone/>
            </a:pPr>
            <a:r>
              <a:rPr lang="en-US" sz="1350" b="1" dirty="0">
                <a:solidFill>
                  <a:srgbClr val="4A4A52"/>
                </a:solidFill>
                <a:latin typeface="Pretendard Variable" pitchFamily="34" charset="0"/>
                <a:ea typeface="Pretendard Variable" pitchFamily="34" charset="-122"/>
                <a:cs typeface="Pretendard Variable" pitchFamily="34" charset="-120"/>
              </a:rPr>
              <a:t>새 파일 생성 · 수정</a:t>
            </a:r>
            <a:endParaRPr lang="en-US" sz="1350" dirty="0"/>
          </a:p>
        </p:txBody>
      </p:sp>
      <p:sp>
        <p:nvSpPr>
          <p:cNvPr id="16" name="Shape 14"/>
          <p:cNvSpPr/>
          <p:nvPr/>
        </p:nvSpPr>
        <p:spPr>
          <a:xfrm>
            <a:off x="7360920" y="4526280"/>
            <a:ext cx="0" cy="841248"/>
          </a:xfrm>
          <a:prstGeom prst="line">
            <a:avLst/>
          </a:prstGeom>
          <a:noFill/>
          <a:ln w="10160">
            <a:solidFill>
              <a:srgbClr val="DEDCD6"/>
            </a:solidFill>
            <a:prstDash val="solid"/>
          </a:ln>
        </p:spPr>
      </p:sp>
      <p:sp>
        <p:nvSpPr>
          <p:cNvPr id="17" name="Text 15"/>
          <p:cNvSpPr/>
          <p:nvPr/>
        </p:nvSpPr>
        <p:spPr>
          <a:xfrm>
            <a:off x="7717536" y="4590288"/>
            <a:ext cx="1005840" cy="164592"/>
          </a:xfrm>
          <a:prstGeom prst="rect">
            <a:avLst/>
          </a:prstGeom>
          <a:noFill/>
          <a:ln/>
        </p:spPr>
        <p:txBody>
          <a:bodyPr wrap="square" lIns="0" tIns="0" rIns="0" bIns="0" rtlCol="0" anchor="ctr"/>
          <a:lstStyle/>
          <a:p>
            <a:pPr indent="0" marL="0">
              <a:buNone/>
            </a:pPr>
            <a:r>
              <a:rPr lang="en-US" sz="800" b="1" spc="80" kern="0" dirty="0">
                <a:solidFill>
                  <a:srgbClr val="2340FF"/>
                </a:solidFill>
                <a:latin typeface="Space Grotesk" pitchFamily="34" charset="0"/>
                <a:ea typeface="Space Grotesk" pitchFamily="34" charset="-122"/>
                <a:cs typeface="Space Grotesk" pitchFamily="34" charset="-120"/>
              </a:rPr>
              <a:t>RUN</a:t>
            </a:r>
            <a:endParaRPr lang="en-US" sz="800" dirty="0"/>
          </a:p>
        </p:txBody>
      </p:sp>
      <p:sp>
        <p:nvSpPr>
          <p:cNvPr id="18" name="Text 16"/>
          <p:cNvSpPr/>
          <p:nvPr/>
        </p:nvSpPr>
        <p:spPr>
          <a:xfrm>
            <a:off x="7717536" y="4882896"/>
            <a:ext cx="2743200" cy="310896"/>
          </a:xfrm>
          <a:prstGeom prst="rect">
            <a:avLst/>
          </a:prstGeom>
          <a:noFill/>
          <a:ln/>
        </p:spPr>
        <p:txBody>
          <a:bodyPr wrap="square" lIns="0" tIns="0" rIns="0" bIns="0" rtlCol="0" anchor="ctr"/>
          <a:lstStyle/>
          <a:p>
            <a:pPr indent="0" marL="0">
              <a:buNone/>
            </a:pPr>
            <a:r>
              <a:rPr lang="en-US" sz="1350" b="1" dirty="0">
                <a:solidFill>
                  <a:srgbClr val="4A4A52"/>
                </a:solidFill>
                <a:latin typeface="Pretendard Variable" pitchFamily="34" charset="0"/>
                <a:ea typeface="Pretendard Variable" pitchFamily="34" charset="-122"/>
                <a:cs typeface="Pretendard Variable" pitchFamily="34" charset="-120"/>
              </a:rPr>
              <a:t>명령 실행 · 결과 확인</a:t>
            </a:r>
            <a:endParaRPr lang="en-US" sz="1350" dirty="0"/>
          </a:p>
        </p:txBody>
      </p:sp>
      <p:sp>
        <p:nvSpPr>
          <p:cNvPr id="19" name="Text 17"/>
          <p:cNvSpPr/>
          <p:nvPr/>
        </p:nvSpPr>
        <p:spPr>
          <a:xfrm>
            <a:off x="9052560" y="5806440"/>
            <a:ext cx="2331720" cy="164592"/>
          </a:xfrm>
          <a:prstGeom prst="rect">
            <a:avLst/>
          </a:prstGeom>
          <a:noFill/>
          <a:ln/>
        </p:spPr>
        <p:txBody>
          <a:bodyPr wrap="square" lIns="0" tIns="0" rIns="0" bIns="0" rtlCol="0" anchor="ctr"/>
          <a:lstStyle/>
          <a:p>
            <a:pPr algn="r" indent="0" marL="0">
              <a:buNone/>
            </a:pPr>
            <a:r>
              <a:rPr lang="en-US" sz="730" dirty="0">
                <a:solidFill>
                  <a:srgbClr val="B4B0A6"/>
                </a:solidFill>
                <a:latin typeface="Pretendard Variable" pitchFamily="34" charset="0"/>
                <a:ea typeface="Pretendard Variable" pitchFamily="34" charset="-122"/>
                <a:cs typeface="Pretendard Variable" pitchFamily="34" charset="-120"/>
              </a:rPr>
              <a:t>공식 문서 기준 · 2026.10</a:t>
            </a:r>
            <a:endParaRPr lang="en-US" sz="730" dirty="0"/>
          </a:p>
        </p:txBody>
      </p:sp>
      <p:sp>
        <p:nvSpPr>
          <p:cNvPr id="20" name="Text 18"/>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B4B0A6"/>
                </a:solidFill>
                <a:latin typeface="Space Grotesk" pitchFamily="34" charset="0"/>
                <a:ea typeface="Space Grotesk" pitchFamily="34" charset="-122"/>
                <a:cs typeface="Space Grotesk" pitchFamily="34" charset="-120"/>
              </a:rPr>
              <a:t>Biadone · 02 What They Are</a:t>
            </a:r>
            <a:endParaRPr lang="en-US" sz="680" dirty="0"/>
          </a:p>
        </p:txBody>
      </p:sp>
      <p:sp>
        <p:nvSpPr>
          <p:cNvPr id="21" name="Text 19"/>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B4B0A6"/>
                </a:solidFill>
                <a:latin typeface="Space Grotesk" pitchFamily="34" charset="0"/>
                <a:ea typeface="Space Grotesk" pitchFamily="34" charset="-122"/>
                <a:cs typeface="Space Grotesk" pitchFamily="34" charset="-120"/>
              </a:rPr>
              <a:t>03 / 10</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2340FF"/>
                </a:solidFill>
                <a:latin typeface="Space Grotesk" pitchFamily="34" charset="0"/>
                <a:ea typeface="Space Grotesk" pitchFamily="34" charset="-122"/>
                <a:cs typeface="Space Grotesk" pitchFamily="34" charset="-120"/>
              </a:rPr>
              <a:t>03 / THE WORKING LOOP</a:t>
            </a:r>
            <a:endParaRPr lang="en-US" sz="850" dirty="0"/>
          </a:p>
        </p:txBody>
      </p:sp>
      <p:sp>
        <p:nvSpPr>
          <p:cNvPr id="3" name="Shape 1"/>
          <p:cNvSpPr/>
          <p:nvPr/>
        </p:nvSpPr>
        <p:spPr>
          <a:xfrm>
            <a:off x="685800" y="649224"/>
            <a:ext cx="10817352" cy="0"/>
          </a:xfrm>
          <a:prstGeom prst="line">
            <a:avLst/>
          </a:prstGeom>
          <a:noFill/>
          <a:ln w="8890">
            <a:solidFill>
              <a:srgbClr val="DEDCD6"/>
            </a:solidFill>
            <a:prstDash val="solid"/>
          </a:ln>
        </p:spPr>
      </p:sp>
      <p:sp>
        <p:nvSpPr>
          <p:cNvPr id="4" name="Text 2"/>
          <p:cNvSpPr/>
          <p:nvPr/>
        </p:nvSpPr>
        <p:spPr>
          <a:xfrm>
            <a:off x="868680" y="941832"/>
            <a:ext cx="6949440" cy="868680"/>
          </a:xfrm>
          <a:prstGeom prst="rect">
            <a:avLst/>
          </a:prstGeom>
          <a:noFill/>
          <a:ln/>
        </p:spPr>
        <p:txBody>
          <a:bodyPr wrap="square" lIns="0" tIns="0" rIns="0" bIns="0" rtlCol="0" anchor="ctr">
            <a:normAutofit/>
          </a:bodyPr>
          <a:lstStyle/>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만드는 과정은 네 단계</a:t>
            </a:r>
            <a:endParaRPr lang="en-US" sz="2700" dirty="0"/>
          </a:p>
        </p:txBody>
      </p:sp>
      <p:sp>
        <p:nvSpPr>
          <p:cNvPr id="5" name="Text 3"/>
          <p:cNvSpPr/>
          <p:nvPr/>
        </p:nvSpPr>
        <p:spPr>
          <a:xfrm>
            <a:off x="868680" y="1901952"/>
            <a:ext cx="6949440" cy="320040"/>
          </a:xfrm>
          <a:prstGeom prst="rect">
            <a:avLst/>
          </a:prstGeom>
          <a:noFill/>
          <a:ln/>
        </p:spPr>
        <p:txBody>
          <a:bodyPr wrap="square" lIns="0" tIns="0" rIns="0" bIns="0" rtlCol="0" anchor="ctr">
            <a:normAutofit/>
          </a:bodyPr>
          <a:lstStyle/>
          <a:p>
            <a:pPr indent="0" marL="0">
              <a:buNone/>
            </a:pPr>
            <a:r>
              <a:rPr lang="en-US" sz="1050" dirty="0">
                <a:solidFill>
                  <a:srgbClr val="9A9AA4"/>
                </a:solidFill>
                <a:latin typeface="Pretendard Variable" pitchFamily="34" charset="0"/>
                <a:ea typeface="Pretendard Variable" pitchFamily="34" charset="-122"/>
                <a:cs typeface="Pretendard Variable" pitchFamily="34" charset="-120"/>
              </a:rPr>
              <a:t>첫 결과보다 중요한 것은 · 바꾸고 확인하는 반복</a:t>
            </a:r>
            <a:endParaRPr lang="en-US" sz="1050" dirty="0"/>
          </a:p>
        </p:txBody>
      </p:sp>
      <p:sp>
        <p:nvSpPr>
          <p:cNvPr id="6" name="Shape 4"/>
          <p:cNvSpPr/>
          <p:nvPr/>
        </p:nvSpPr>
        <p:spPr>
          <a:xfrm>
            <a:off x="1097280" y="2770632"/>
            <a:ext cx="9281160" cy="0"/>
          </a:xfrm>
          <a:prstGeom prst="line">
            <a:avLst/>
          </a:prstGeom>
          <a:noFill/>
          <a:ln w="12700">
            <a:solidFill>
              <a:srgbClr val="DEDCD6"/>
            </a:solidFill>
            <a:prstDash val="solid"/>
          </a:ln>
        </p:spPr>
      </p:sp>
      <p:sp>
        <p:nvSpPr>
          <p:cNvPr id="7" name="Shape 5"/>
          <p:cNvSpPr/>
          <p:nvPr/>
        </p:nvSpPr>
        <p:spPr>
          <a:xfrm>
            <a:off x="10378440" y="2660904"/>
            <a:ext cx="146304" cy="219456"/>
          </a:xfrm>
          <a:prstGeom prst="chevron">
            <a:avLst/>
          </a:prstGeom>
          <a:solidFill>
            <a:srgbClr val="101014"/>
          </a:solidFill>
          <a:ln w="12700">
            <a:solidFill>
              <a:srgbClr val="101014">
                <a:alpha val="0"/>
              </a:srgbClr>
            </a:solidFill>
            <a:prstDash val="solid"/>
          </a:ln>
        </p:spPr>
      </p:sp>
      <p:sp>
        <p:nvSpPr>
          <p:cNvPr id="8" name="Shape 6"/>
          <p:cNvSpPr/>
          <p:nvPr/>
        </p:nvSpPr>
        <p:spPr>
          <a:xfrm>
            <a:off x="896112" y="2615184"/>
            <a:ext cx="164592" cy="164592"/>
          </a:xfrm>
          <a:prstGeom prst="ellipse">
            <a:avLst/>
          </a:prstGeom>
          <a:solidFill>
            <a:srgbClr val="101014"/>
          </a:solidFill>
          <a:ln w="12700">
            <a:solidFill>
              <a:srgbClr val="101014">
                <a:alpha val="0"/>
              </a:srgbClr>
            </a:solidFill>
            <a:prstDash val="solid"/>
          </a:ln>
        </p:spPr>
      </p:sp>
      <p:sp>
        <p:nvSpPr>
          <p:cNvPr id="9" name="Text 7"/>
          <p:cNvSpPr/>
          <p:nvPr/>
        </p:nvSpPr>
        <p:spPr>
          <a:xfrm>
            <a:off x="868680" y="3063240"/>
            <a:ext cx="411480" cy="256032"/>
          </a:xfrm>
          <a:prstGeom prst="rect">
            <a:avLst/>
          </a:prstGeom>
          <a:noFill/>
          <a:ln/>
        </p:spPr>
        <p:txBody>
          <a:bodyPr wrap="square" lIns="0" tIns="0" rIns="0" bIns="0" rtlCol="0" anchor="ctr"/>
          <a:lstStyle/>
          <a:p>
            <a:pPr indent="0" marL="0">
              <a:buNone/>
            </a:pPr>
            <a:r>
              <a:rPr lang="en-US" sz="1500" b="1" dirty="0">
                <a:solidFill>
                  <a:srgbClr val="101014"/>
                </a:solidFill>
                <a:latin typeface="Space Grotesk" pitchFamily="34" charset="0"/>
                <a:ea typeface="Space Grotesk" pitchFamily="34" charset="-122"/>
                <a:cs typeface="Space Grotesk" pitchFamily="34" charset="-120"/>
              </a:rPr>
              <a:t>01</a:t>
            </a:r>
            <a:endParaRPr lang="en-US" sz="1500" dirty="0"/>
          </a:p>
        </p:txBody>
      </p:sp>
      <p:sp>
        <p:nvSpPr>
          <p:cNvPr id="10" name="Text 8"/>
          <p:cNvSpPr/>
          <p:nvPr/>
        </p:nvSpPr>
        <p:spPr>
          <a:xfrm>
            <a:off x="868680" y="3493008"/>
            <a:ext cx="2240280" cy="347472"/>
          </a:xfrm>
          <a:prstGeom prst="rect">
            <a:avLst/>
          </a:prstGeom>
          <a:noFill/>
          <a:ln/>
        </p:spPr>
        <p:txBody>
          <a:bodyPr wrap="square" lIns="0" tIns="0" rIns="0" bIns="0" rtlCol="0" anchor="ctr"/>
          <a:lstStyle/>
          <a:p>
            <a:pPr indent="0" marL="0">
              <a:buNone/>
            </a:pPr>
            <a:r>
              <a:rPr lang="en-US" sz="1600" b="1" dirty="0">
                <a:solidFill>
                  <a:srgbClr val="4A4A52"/>
                </a:solidFill>
                <a:latin typeface="Pretendard Variable" pitchFamily="34" charset="0"/>
                <a:ea typeface="Pretendard Variable" pitchFamily="34" charset="-122"/>
                <a:cs typeface="Pretendard Variable" pitchFamily="34" charset="-120"/>
              </a:rPr>
              <a:t>업무 설명</a:t>
            </a:r>
            <a:endParaRPr lang="en-US" sz="1600" dirty="0"/>
          </a:p>
        </p:txBody>
      </p:sp>
      <p:sp>
        <p:nvSpPr>
          <p:cNvPr id="11" name="Text 9"/>
          <p:cNvSpPr/>
          <p:nvPr/>
        </p:nvSpPr>
        <p:spPr>
          <a:xfrm>
            <a:off x="868680" y="3977640"/>
            <a:ext cx="2286000" cy="713232"/>
          </a:xfrm>
          <a:prstGeom prst="rect">
            <a:avLst/>
          </a:prstGeom>
          <a:noFill/>
          <a:ln/>
        </p:spPr>
        <p:txBody>
          <a:bodyPr wrap="square" lIns="0" tIns="0" rIns="0" bIns="0" rtlCol="0" anchor="ctr">
            <a:normAutofit/>
          </a:bodyPr>
          <a:lstStyle/>
          <a:p>
            <a:pPr indent="0" marL="0">
              <a:lnSpc>
                <a:spcPct val="105000"/>
              </a:lnSpc>
              <a:buNone/>
            </a:pPr>
            <a:r>
              <a:rPr lang="en-US" sz="1050" dirty="0">
                <a:solidFill>
                  <a:srgbClr val="6E6E7A"/>
                </a:solidFill>
                <a:latin typeface="Pretendard Variable" pitchFamily="34" charset="0"/>
                <a:ea typeface="Pretendard Variable" pitchFamily="34" charset="-122"/>
                <a:cs typeface="Pretendard Variable" pitchFamily="34" charset="-120"/>
              </a:rPr>
              <a:t>무엇을 입력하고</a:t>
            </a:r>
            <a:endParaRPr lang="en-US" sz="1050" dirty="0"/>
          </a:p>
          <a:p>
            <a:pPr indent="0" marL="0">
              <a:lnSpc>
                <a:spcPct val="105000"/>
              </a:lnSpc>
              <a:buNone/>
            </a:pPr>
            <a:r>
              <a:rPr lang="en-US" sz="1050" dirty="0">
                <a:solidFill>
                  <a:srgbClr val="6E6E7A"/>
                </a:solidFill>
                <a:latin typeface="Pretendard Variable" pitchFamily="34" charset="0"/>
                <a:ea typeface="Pretendard Variable" pitchFamily="34" charset="-122"/>
                <a:cs typeface="Pretendard Variable" pitchFamily="34" charset="-120"/>
              </a:rPr>
              <a:t>어떤 결과가 필요한지</a:t>
            </a:r>
            <a:endParaRPr lang="en-US" sz="1050" dirty="0"/>
          </a:p>
        </p:txBody>
      </p:sp>
      <p:sp>
        <p:nvSpPr>
          <p:cNvPr id="12" name="Shape 10"/>
          <p:cNvSpPr/>
          <p:nvPr/>
        </p:nvSpPr>
        <p:spPr>
          <a:xfrm>
            <a:off x="3639312" y="2615184"/>
            <a:ext cx="164592" cy="164592"/>
          </a:xfrm>
          <a:prstGeom prst="ellipse">
            <a:avLst/>
          </a:prstGeom>
          <a:solidFill>
            <a:srgbClr val="101014"/>
          </a:solidFill>
          <a:ln w="12700">
            <a:solidFill>
              <a:srgbClr val="101014">
                <a:alpha val="0"/>
              </a:srgbClr>
            </a:solidFill>
            <a:prstDash val="solid"/>
          </a:ln>
        </p:spPr>
      </p:sp>
      <p:sp>
        <p:nvSpPr>
          <p:cNvPr id="13" name="Text 11"/>
          <p:cNvSpPr/>
          <p:nvPr/>
        </p:nvSpPr>
        <p:spPr>
          <a:xfrm>
            <a:off x="3611880" y="3063240"/>
            <a:ext cx="411480" cy="256032"/>
          </a:xfrm>
          <a:prstGeom prst="rect">
            <a:avLst/>
          </a:prstGeom>
          <a:noFill/>
          <a:ln/>
        </p:spPr>
        <p:txBody>
          <a:bodyPr wrap="square" lIns="0" tIns="0" rIns="0" bIns="0" rtlCol="0" anchor="ctr"/>
          <a:lstStyle/>
          <a:p>
            <a:pPr indent="0" marL="0">
              <a:buNone/>
            </a:pPr>
            <a:r>
              <a:rPr lang="en-US" sz="1500" b="1" dirty="0">
                <a:solidFill>
                  <a:srgbClr val="101014"/>
                </a:solidFill>
                <a:latin typeface="Space Grotesk" pitchFamily="34" charset="0"/>
                <a:ea typeface="Space Grotesk" pitchFamily="34" charset="-122"/>
                <a:cs typeface="Space Grotesk" pitchFamily="34" charset="-120"/>
              </a:rPr>
              <a:t>02</a:t>
            </a:r>
            <a:endParaRPr lang="en-US" sz="1500" dirty="0"/>
          </a:p>
        </p:txBody>
      </p:sp>
      <p:sp>
        <p:nvSpPr>
          <p:cNvPr id="14" name="Text 12"/>
          <p:cNvSpPr/>
          <p:nvPr/>
        </p:nvSpPr>
        <p:spPr>
          <a:xfrm>
            <a:off x="3611880" y="3493008"/>
            <a:ext cx="2240280" cy="347472"/>
          </a:xfrm>
          <a:prstGeom prst="rect">
            <a:avLst/>
          </a:prstGeom>
          <a:noFill/>
          <a:ln/>
        </p:spPr>
        <p:txBody>
          <a:bodyPr wrap="square" lIns="0" tIns="0" rIns="0" bIns="0" rtlCol="0" anchor="ctr"/>
          <a:lstStyle/>
          <a:p>
            <a:pPr indent="0" marL="0">
              <a:buNone/>
            </a:pPr>
            <a:r>
              <a:rPr lang="en-US" sz="1600" b="1" dirty="0">
                <a:solidFill>
                  <a:srgbClr val="4A4A52"/>
                </a:solidFill>
                <a:latin typeface="Pretendard Variable" pitchFamily="34" charset="0"/>
                <a:ea typeface="Pretendard Variable" pitchFamily="34" charset="-122"/>
                <a:cs typeface="Pretendard Variable" pitchFamily="34" charset="-120"/>
              </a:rPr>
              <a:t>AI와 제작</a:t>
            </a:r>
            <a:endParaRPr lang="en-US" sz="1600" dirty="0"/>
          </a:p>
        </p:txBody>
      </p:sp>
      <p:sp>
        <p:nvSpPr>
          <p:cNvPr id="15" name="Text 13"/>
          <p:cNvSpPr/>
          <p:nvPr/>
        </p:nvSpPr>
        <p:spPr>
          <a:xfrm>
            <a:off x="3611880" y="3977640"/>
            <a:ext cx="2286000" cy="713232"/>
          </a:xfrm>
          <a:prstGeom prst="rect">
            <a:avLst/>
          </a:prstGeom>
          <a:noFill/>
          <a:ln/>
        </p:spPr>
        <p:txBody>
          <a:bodyPr wrap="square" lIns="0" tIns="0" rIns="0" bIns="0" rtlCol="0" anchor="ctr">
            <a:normAutofit/>
          </a:bodyPr>
          <a:lstStyle/>
          <a:p>
            <a:pPr indent="0" marL="0">
              <a:lnSpc>
                <a:spcPct val="105000"/>
              </a:lnSpc>
              <a:buNone/>
            </a:pPr>
            <a:r>
              <a:rPr lang="en-US" sz="1050" dirty="0">
                <a:solidFill>
                  <a:srgbClr val="6E6E7A"/>
                </a:solidFill>
                <a:latin typeface="Pretendard Variable" pitchFamily="34" charset="0"/>
                <a:ea typeface="Pretendard Variable" pitchFamily="34" charset="-122"/>
                <a:cs typeface="Pretendard Variable" pitchFamily="34" charset="-120"/>
              </a:rPr>
              <a:t>파일과 기능을</a:t>
            </a:r>
            <a:endParaRPr lang="en-US" sz="1050" dirty="0"/>
          </a:p>
          <a:p>
            <a:pPr indent="0" marL="0">
              <a:lnSpc>
                <a:spcPct val="105000"/>
              </a:lnSpc>
              <a:buNone/>
            </a:pPr>
            <a:r>
              <a:rPr lang="en-US" sz="1050" dirty="0">
                <a:solidFill>
                  <a:srgbClr val="6E6E7A"/>
                </a:solidFill>
                <a:latin typeface="Pretendard Variable" pitchFamily="34" charset="0"/>
                <a:ea typeface="Pretendard Variable" pitchFamily="34" charset="-122"/>
                <a:cs typeface="Pretendard Variable" pitchFamily="34" charset="-120"/>
              </a:rPr>
              <a:t>생성하고 수정</a:t>
            </a:r>
            <a:endParaRPr lang="en-US" sz="1050" dirty="0"/>
          </a:p>
        </p:txBody>
      </p:sp>
      <p:sp>
        <p:nvSpPr>
          <p:cNvPr id="16" name="Shape 14"/>
          <p:cNvSpPr/>
          <p:nvPr/>
        </p:nvSpPr>
        <p:spPr>
          <a:xfrm>
            <a:off x="6382512" y="2615184"/>
            <a:ext cx="164592" cy="164592"/>
          </a:xfrm>
          <a:prstGeom prst="ellipse">
            <a:avLst/>
          </a:prstGeom>
          <a:solidFill>
            <a:srgbClr val="101014"/>
          </a:solidFill>
          <a:ln w="12700">
            <a:solidFill>
              <a:srgbClr val="101014">
                <a:alpha val="0"/>
              </a:srgbClr>
            </a:solidFill>
            <a:prstDash val="solid"/>
          </a:ln>
        </p:spPr>
      </p:sp>
      <p:sp>
        <p:nvSpPr>
          <p:cNvPr id="17" name="Text 15"/>
          <p:cNvSpPr/>
          <p:nvPr/>
        </p:nvSpPr>
        <p:spPr>
          <a:xfrm>
            <a:off x="6355080" y="3063240"/>
            <a:ext cx="411480" cy="256032"/>
          </a:xfrm>
          <a:prstGeom prst="rect">
            <a:avLst/>
          </a:prstGeom>
          <a:noFill/>
          <a:ln/>
        </p:spPr>
        <p:txBody>
          <a:bodyPr wrap="square" lIns="0" tIns="0" rIns="0" bIns="0" rtlCol="0" anchor="ctr"/>
          <a:lstStyle/>
          <a:p>
            <a:pPr indent="0" marL="0">
              <a:buNone/>
            </a:pPr>
            <a:r>
              <a:rPr lang="en-US" sz="1500" b="1" dirty="0">
                <a:solidFill>
                  <a:srgbClr val="101014"/>
                </a:solidFill>
                <a:latin typeface="Space Grotesk" pitchFamily="34" charset="0"/>
                <a:ea typeface="Space Grotesk" pitchFamily="34" charset="-122"/>
                <a:cs typeface="Space Grotesk" pitchFamily="34" charset="-120"/>
              </a:rPr>
              <a:t>03</a:t>
            </a:r>
            <a:endParaRPr lang="en-US" sz="1500" dirty="0"/>
          </a:p>
        </p:txBody>
      </p:sp>
      <p:sp>
        <p:nvSpPr>
          <p:cNvPr id="18" name="Text 16"/>
          <p:cNvSpPr/>
          <p:nvPr/>
        </p:nvSpPr>
        <p:spPr>
          <a:xfrm>
            <a:off x="6355080" y="3493008"/>
            <a:ext cx="2240280" cy="347472"/>
          </a:xfrm>
          <a:prstGeom prst="rect">
            <a:avLst/>
          </a:prstGeom>
          <a:noFill/>
          <a:ln/>
        </p:spPr>
        <p:txBody>
          <a:bodyPr wrap="square" lIns="0" tIns="0" rIns="0" bIns="0" rtlCol="0" anchor="ctr"/>
          <a:lstStyle/>
          <a:p>
            <a:pPr indent="0" marL="0">
              <a:buNone/>
            </a:pPr>
            <a:r>
              <a:rPr lang="en-US" sz="1600" b="1" dirty="0">
                <a:solidFill>
                  <a:srgbClr val="4A4A52"/>
                </a:solidFill>
                <a:latin typeface="Pretendard Variable" pitchFamily="34" charset="0"/>
                <a:ea typeface="Pretendard Variable" pitchFamily="34" charset="-122"/>
                <a:cs typeface="Pretendard Variable" pitchFamily="34" charset="-120"/>
              </a:rPr>
              <a:t>오류 확인</a:t>
            </a:r>
            <a:endParaRPr lang="en-US" sz="1600" dirty="0"/>
          </a:p>
        </p:txBody>
      </p:sp>
      <p:sp>
        <p:nvSpPr>
          <p:cNvPr id="19" name="Text 17"/>
          <p:cNvSpPr/>
          <p:nvPr/>
        </p:nvSpPr>
        <p:spPr>
          <a:xfrm>
            <a:off x="6355080" y="3977640"/>
            <a:ext cx="2286000" cy="713232"/>
          </a:xfrm>
          <a:prstGeom prst="rect">
            <a:avLst/>
          </a:prstGeom>
          <a:noFill/>
          <a:ln/>
        </p:spPr>
        <p:txBody>
          <a:bodyPr wrap="square" lIns="0" tIns="0" rIns="0" bIns="0" rtlCol="0" anchor="ctr">
            <a:normAutofit/>
          </a:bodyPr>
          <a:lstStyle/>
          <a:p>
            <a:pPr indent="0" marL="0">
              <a:lnSpc>
                <a:spcPct val="105000"/>
              </a:lnSpc>
              <a:buNone/>
            </a:pPr>
            <a:r>
              <a:rPr lang="en-US" sz="1050" dirty="0">
                <a:solidFill>
                  <a:srgbClr val="6E6E7A"/>
                </a:solidFill>
                <a:latin typeface="Pretendard Variable" pitchFamily="34" charset="0"/>
                <a:ea typeface="Pretendard Variable" pitchFamily="34" charset="-122"/>
                <a:cs typeface="Pretendard Variable" pitchFamily="34" charset="-120"/>
              </a:rPr>
              <a:t>실제 값으로</a:t>
            </a:r>
            <a:endParaRPr lang="en-US" sz="1050" dirty="0"/>
          </a:p>
          <a:p>
            <a:pPr indent="0" marL="0">
              <a:lnSpc>
                <a:spcPct val="105000"/>
              </a:lnSpc>
              <a:buNone/>
            </a:pPr>
            <a:r>
              <a:rPr lang="en-US" sz="1050" dirty="0">
                <a:solidFill>
                  <a:srgbClr val="6E6E7A"/>
                </a:solidFill>
                <a:latin typeface="Pretendard Variable" pitchFamily="34" charset="0"/>
                <a:ea typeface="Pretendard Variable" pitchFamily="34" charset="-122"/>
                <a:cs typeface="Pretendard Variable" pitchFamily="34" charset="-120"/>
              </a:rPr>
              <a:t>계산과 동작 테스트</a:t>
            </a:r>
            <a:endParaRPr lang="en-US" sz="1050" dirty="0"/>
          </a:p>
        </p:txBody>
      </p:sp>
      <p:sp>
        <p:nvSpPr>
          <p:cNvPr id="20" name="Shape 18"/>
          <p:cNvSpPr/>
          <p:nvPr/>
        </p:nvSpPr>
        <p:spPr>
          <a:xfrm>
            <a:off x="9125712" y="2615184"/>
            <a:ext cx="164592" cy="164592"/>
          </a:xfrm>
          <a:prstGeom prst="ellipse">
            <a:avLst/>
          </a:prstGeom>
          <a:solidFill>
            <a:srgbClr val="2340FF"/>
          </a:solidFill>
          <a:ln w="12700">
            <a:solidFill>
              <a:srgbClr val="2340FF">
                <a:alpha val="0"/>
              </a:srgbClr>
            </a:solidFill>
            <a:prstDash val="solid"/>
          </a:ln>
        </p:spPr>
      </p:sp>
      <p:sp>
        <p:nvSpPr>
          <p:cNvPr id="21" name="Text 19"/>
          <p:cNvSpPr/>
          <p:nvPr/>
        </p:nvSpPr>
        <p:spPr>
          <a:xfrm>
            <a:off x="9098280" y="3063240"/>
            <a:ext cx="411480" cy="256032"/>
          </a:xfrm>
          <a:prstGeom prst="rect">
            <a:avLst/>
          </a:prstGeom>
          <a:noFill/>
          <a:ln/>
        </p:spPr>
        <p:txBody>
          <a:bodyPr wrap="square" lIns="0" tIns="0" rIns="0" bIns="0" rtlCol="0" anchor="ctr"/>
          <a:lstStyle/>
          <a:p>
            <a:pPr indent="0" marL="0">
              <a:buNone/>
            </a:pPr>
            <a:r>
              <a:rPr lang="en-US" sz="1500" b="1" dirty="0">
                <a:solidFill>
                  <a:srgbClr val="2340FF"/>
                </a:solidFill>
                <a:latin typeface="Space Grotesk" pitchFamily="34" charset="0"/>
                <a:ea typeface="Space Grotesk" pitchFamily="34" charset="-122"/>
                <a:cs typeface="Space Grotesk" pitchFamily="34" charset="-120"/>
              </a:rPr>
              <a:t>04</a:t>
            </a:r>
            <a:endParaRPr lang="en-US" sz="1500" dirty="0"/>
          </a:p>
        </p:txBody>
      </p:sp>
      <p:sp>
        <p:nvSpPr>
          <p:cNvPr id="22" name="Text 20"/>
          <p:cNvSpPr/>
          <p:nvPr/>
        </p:nvSpPr>
        <p:spPr>
          <a:xfrm>
            <a:off x="9098280" y="3493008"/>
            <a:ext cx="2240280" cy="347472"/>
          </a:xfrm>
          <a:prstGeom prst="rect">
            <a:avLst/>
          </a:prstGeom>
          <a:noFill/>
          <a:ln/>
        </p:spPr>
        <p:txBody>
          <a:bodyPr wrap="square" lIns="0" tIns="0" rIns="0" bIns="0" rtlCol="0" anchor="ctr"/>
          <a:lstStyle/>
          <a:p>
            <a:pPr indent="0" marL="0">
              <a:buNone/>
            </a:pPr>
            <a:r>
              <a:rPr lang="en-US" sz="1600" b="1" dirty="0">
                <a:solidFill>
                  <a:srgbClr val="4A4A52"/>
                </a:solidFill>
                <a:latin typeface="Pretendard Variable" pitchFamily="34" charset="0"/>
                <a:ea typeface="Pretendard Variable" pitchFamily="34" charset="-122"/>
                <a:cs typeface="Pretendard Variable" pitchFamily="34" charset="-120"/>
              </a:rPr>
              <a:t>직접 수정</a:t>
            </a:r>
            <a:endParaRPr lang="en-US" sz="1600" dirty="0"/>
          </a:p>
        </p:txBody>
      </p:sp>
      <p:sp>
        <p:nvSpPr>
          <p:cNvPr id="23" name="Text 21"/>
          <p:cNvSpPr/>
          <p:nvPr/>
        </p:nvSpPr>
        <p:spPr>
          <a:xfrm>
            <a:off x="9098280" y="3977640"/>
            <a:ext cx="2286000" cy="713232"/>
          </a:xfrm>
          <a:prstGeom prst="rect">
            <a:avLst/>
          </a:prstGeom>
          <a:noFill/>
          <a:ln/>
        </p:spPr>
        <p:txBody>
          <a:bodyPr wrap="square" lIns="0" tIns="0" rIns="0" bIns="0" rtlCol="0" anchor="ctr">
            <a:normAutofit/>
          </a:bodyPr>
          <a:lstStyle/>
          <a:p>
            <a:pPr indent="0" marL="0">
              <a:lnSpc>
                <a:spcPct val="105000"/>
              </a:lnSpc>
              <a:buNone/>
            </a:pPr>
            <a:r>
              <a:rPr lang="en-US" sz="1050" dirty="0">
                <a:solidFill>
                  <a:srgbClr val="6E6E7A"/>
                </a:solidFill>
                <a:latin typeface="Pretendard Variable" pitchFamily="34" charset="0"/>
                <a:ea typeface="Pretendard Variable" pitchFamily="34" charset="-122"/>
                <a:cs typeface="Pretendard Variable" pitchFamily="34" charset="-120"/>
              </a:rPr>
              <a:t>사업 조건에 맞게</a:t>
            </a:r>
            <a:endParaRPr lang="en-US" sz="1050" dirty="0"/>
          </a:p>
          <a:p>
            <a:pPr indent="0" marL="0">
              <a:lnSpc>
                <a:spcPct val="105000"/>
              </a:lnSpc>
              <a:buNone/>
            </a:pPr>
            <a:r>
              <a:rPr lang="en-US" sz="1050" dirty="0">
                <a:solidFill>
                  <a:srgbClr val="6E6E7A"/>
                </a:solidFill>
                <a:latin typeface="Pretendard Variable" pitchFamily="34" charset="0"/>
                <a:ea typeface="Pretendard Variable" pitchFamily="34" charset="-122"/>
                <a:cs typeface="Pretendard Variable" pitchFamily="34" charset="-120"/>
              </a:rPr>
              <a:t>고치고 다시 확인</a:t>
            </a:r>
            <a:endParaRPr lang="en-US" sz="1050" dirty="0"/>
          </a:p>
        </p:txBody>
      </p:sp>
      <p:sp>
        <p:nvSpPr>
          <p:cNvPr id="24" name="Shape 22"/>
          <p:cNvSpPr/>
          <p:nvPr/>
        </p:nvSpPr>
        <p:spPr>
          <a:xfrm>
            <a:off x="868680" y="5330952"/>
            <a:ext cx="25603" cy="310896"/>
          </a:xfrm>
          <a:prstGeom prst="rect">
            <a:avLst/>
          </a:prstGeom>
          <a:solidFill>
            <a:srgbClr val="2340FF"/>
          </a:solidFill>
          <a:ln w="12700">
            <a:solidFill>
              <a:srgbClr val="2340FF">
                <a:alpha val="0"/>
              </a:srgbClr>
            </a:solidFill>
            <a:prstDash val="solid"/>
          </a:ln>
        </p:spPr>
      </p:sp>
      <p:sp>
        <p:nvSpPr>
          <p:cNvPr id="25" name="Text 23"/>
          <p:cNvSpPr/>
          <p:nvPr/>
        </p:nvSpPr>
        <p:spPr>
          <a:xfrm>
            <a:off x="1051560" y="5266944"/>
            <a:ext cx="8138160" cy="420624"/>
          </a:xfrm>
          <a:prstGeom prst="rect">
            <a:avLst/>
          </a:prstGeom>
          <a:noFill/>
          <a:ln/>
        </p:spPr>
        <p:txBody>
          <a:bodyPr wrap="square" lIns="0" tIns="0" rIns="0" bIns="0" rtlCol="0" anchor="ctr"/>
          <a:lstStyle/>
          <a:p>
            <a:pPr indent="0" marL="0">
              <a:buNone/>
            </a:pPr>
            <a:r>
              <a:rPr lang="en-US" sz="1600" b="1" dirty="0">
                <a:solidFill>
                  <a:srgbClr val="101014"/>
                </a:solidFill>
                <a:latin typeface="Pretendard Variable" pitchFamily="34" charset="0"/>
                <a:ea typeface="Pretendard Variable" pitchFamily="34" charset="-122"/>
                <a:cs typeface="Pretendard Variable" pitchFamily="34" charset="-120"/>
              </a:rPr>
              <a:t>핵심은 “만들어줘”가 아니라 “우리 조건은 달라, 이렇게 바꿔줘”</a:t>
            </a:r>
            <a:endParaRPr lang="en-US" sz="1600" dirty="0"/>
          </a:p>
        </p:txBody>
      </p:sp>
      <p:sp>
        <p:nvSpPr>
          <p:cNvPr id="26" name="Text 24"/>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B4B0A6"/>
                </a:solidFill>
                <a:latin typeface="Space Grotesk" pitchFamily="34" charset="0"/>
                <a:ea typeface="Space Grotesk" pitchFamily="34" charset="-122"/>
                <a:cs typeface="Space Grotesk" pitchFamily="34" charset="-120"/>
              </a:rPr>
              <a:t>Biadone · 03 The Working Loop</a:t>
            </a:r>
            <a:endParaRPr lang="en-US" sz="680" dirty="0"/>
          </a:p>
        </p:txBody>
      </p:sp>
      <p:sp>
        <p:nvSpPr>
          <p:cNvPr id="27" name="Text 25"/>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B4B0A6"/>
                </a:solidFill>
                <a:latin typeface="Space Grotesk" pitchFamily="34" charset="0"/>
                <a:ea typeface="Space Grotesk" pitchFamily="34" charset="-122"/>
                <a:cs typeface="Space Grotesk" pitchFamily="34" charset="-120"/>
              </a:rPr>
              <a:t>04 / 10</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2340FF"/>
                </a:solidFill>
                <a:latin typeface="Space Grotesk" pitchFamily="34" charset="0"/>
                <a:ea typeface="Space Grotesk" pitchFamily="34" charset="-122"/>
                <a:cs typeface="Space Grotesk" pitchFamily="34" charset="-120"/>
              </a:rPr>
              <a:t>04 / ONE CONCRETE EXAMPLE</a:t>
            </a:r>
            <a:endParaRPr lang="en-US" sz="850" dirty="0"/>
          </a:p>
        </p:txBody>
      </p:sp>
      <p:sp>
        <p:nvSpPr>
          <p:cNvPr id="3" name="Shape 1"/>
          <p:cNvSpPr/>
          <p:nvPr/>
        </p:nvSpPr>
        <p:spPr>
          <a:xfrm>
            <a:off x="685800" y="649224"/>
            <a:ext cx="10817352" cy="0"/>
          </a:xfrm>
          <a:prstGeom prst="line">
            <a:avLst/>
          </a:prstGeom>
          <a:noFill/>
          <a:ln w="8890">
            <a:solidFill>
              <a:srgbClr val="DEDCD6"/>
            </a:solidFill>
            <a:prstDash val="solid"/>
          </a:ln>
        </p:spPr>
      </p:sp>
      <p:sp>
        <p:nvSpPr>
          <p:cNvPr id="4" name="Text 2"/>
          <p:cNvSpPr/>
          <p:nvPr/>
        </p:nvSpPr>
        <p:spPr>
          <a:xfrm>
            <a:off x="868680" y="941832"/>
            <a:ext cx="4023360" cy="960120"/>
          </a:xfrm>
          <a:prstGeom prst="rect">
            <a:avLst/>
          </a:prstGeom>
          <a:noFill/>
          <a:ln/>
        </p:spPr>
        <p:txBody>
          <a:bodyPr wrap="square" lIns="0" tIns="0" rIns="0" bIns="0" rtlCol="0" anchor="ctr">
            <a:normAutofit/>
          </a:bodyPr>
          <a:lstStyle/>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단체 견적 페이지를</a:t>
            </a:r>
            <a:endParaRPr lang="en-US" sz="2700" dirty="0"/>
          </a:p>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직접 만든다면</a:t>
            </a:r>
            <a:endParaRPr lang="en-US" sz="2700" dirty="0"/>
          </a:p>
        </p:txBody>
      </p:sp>
      <p:sp>
        <p:nvSpPr>
          <p:cNvPr id="5" name="Text 3"/>
          <p:cNvSpPr/>
          <p:nvPr/>
        </p:nvSpPr>
        <p:spPr>
          <a:xfrm>
            <a:off x="868680" y="2020824"/>
            <a:ext cx="4023360" cy="320040"/>
          </a:xfrm>
          <a:prstGeom prst="rect">
            <a:avLst/>
          </a:prstGeom>
          <a:noFill/>
          <a:ln/>
        </p:spPr>
        <p:txBody>
          <a:bodyPr wrap="square" lIns="0" tIns="0" rIns="0" bIns="0" rtlCol="0" anchor="ctr">
            <a:normAutofit/>
          </a:bodyPr>
          <a:lstStyle/>
          <a:p>
            <a:pPr indent="0" marL="0">
              <a:buNone/>
            </a:pPr>
            <a:r>
              <a:rPr lang="en-US" sz="1050" dirty="0">
                <a:solidFill>
                  <a:srgbClr val="9A9AA4"/>
                </a:solidFill>
                <a:latin typeface="Pretendard Variable" pitchFamily="34" charset="0"/>
                <a:ea typeface="Pretendard Variable" pitchFamily="34" charset="-122"/>
                <a:cs typeface="Pretendard Variable" pitchFamily="34" charset="-120"/>
              </a:rPr>
              <a:t>내 가격표 → 계산 기능 → 조건 수정 → 테스트</a:t>
            </a:r>
            <a:endParaRPr lang="en-US" sz="1050" dirty="0"/>
          </a:p>
        </p:txBody>
      </p:sp>
      <p:sp>
        <p:nvSpPr>
          <p:cNvPr id="6" name="Text 4"/>
          <p:cNvSpPr/>
          <p:nvPr/>
        </p:nvSpPr>
        <p:spPr>
          <a:xfrm>
            <a:off x="868680" y="2505456"/>
            <a:ext cx="731520" cy="164592"/>
          </a:xfrm>
          <a:prstGeom prst="rect">
            <a:avLst/>
          </a:prstGeom>
          <a:noFill/>
          <a:ln/>
        </p:spPr>
        <p:txBody>
          <a:bodyPr wrap="square" lIns="0" tIns="0" rIns="0" bIns="0" rtlCol="0" anchor="ctr"/>
          <a:lstStyle/>
          <a:p>
            <a:pPr indent="0" marL="0">
              <a:buNone/>
            </a:pPr>
            <a:r>
              <a:rPr lang="en-US" sz="800" b="1" spc="80" kern="0" dirty="0">
                <a:solidFill>
                  <a:srgbClr val="2340FF"/>
                </a:solidFill>
                <a:latin typeface="Space Grotesk" pitchFamily="34" charset="0"/>
                <a:ea typeface="Space Grotesk" pitchFamily="34" charset="-122"/>
                <a:cs typeface="Space Grotesk" pitchFamily="34" charset="-120"/>
              </a:rPr>
              <a:t>INPUT</a:t>
            </a:r>
            <a:endParaRPr lang="en-US" sz="800" dirty="0"/>
          </a:p>
        </p:txBody>
      </p:sp>
      <p:sp>
        <p:nvSpPr>
          <p:cNvPr id="7" name="Text 5"/>
          <p:cNvSpPr/>
          <p:nvPr/>
        </p:nvSpPr>
        <p:spPr>
          <a:xfrm>
            <a:off x="868680" y="2798064"/>
            <a:ext cx="3794760" cy="256032"/>
          </a:xfrm>
          <a:prstGeom prst="rect">
            <a:avLst/>
          </a:prstGeom>
          <a:noFill/>
          <a:ln/>
        </p:spPr>
        <p:txBody>
          <a:bodyPr wrap="square" lIns="0" tIns="0" rIns="0" bIns="0" rtlCol="0" anchor="ctr"/>
          <a:lstStyle/>
          <a:p>
            <a:pPr indent="0" marL="0">
              <a:buNone/>
            </a:pPr>
            <a:r>
              <a:rPr lang="en-US" sz="1500" b="1" dirty="0">
                <a:solidFill>
                  <a:srgbClr val="4A4A52"/>
                </a:solidFill>
                <a:latin typeface="Pretendard Variable" pitchFamily="34" charset="0"/>
                <a:ea typeface="Pretendard Variable" pitchFamily="34" charset="-122"/>
                <a:cs typeface="Pretendard Variable" pitchFamily="34" charset="-120"/>
              </a:rPr>
              <a:t>서비스 · 인원수 · 가격표</a:t>
            </a:r>
            <a:endParaRPr lang="en-US" sz="1500" dirty="0"/>
          </a:p>
        </p:txBody>
      </p:sp>
      <p:sp>
        <p:nvSpPr>
          <p:cNvPr id="8" name="Text 6"/>
          <p:cNvSpPr/>
          <p:nvPr/>
        </p:nvSpPr>
        <p:spPr>
          <a:xfrm>
            <a:off x="868680" y="3401568"/>
            <a:ext cx="822960" cy="164592"/>
          </a:xfrm>
          <a:prstGeom prst="rect">
            <a:avLst/>
          </a:prstGeom>
          <a:noFill/>
          <a:ln/>
        </p:spPr>
        <p:txBody>
          <a:bodyPr wrap="square" lIns="0" tIns="0" rIns="0" bIns="0" rtlCol="0" anchor="ctr"/>
          <a:lstStyle/>
          <a:p>
            <a:pPr indent="0" marL="0">
              <a:buNone/>
            </a:pPr>
            <a:r>
              <a:rPr lang="en-US" sz="800" b="1" spc="80" kern="0" dirty="0">
                <a:solidFill>
                  <a:srgbClr val="2340FF"/>
                </a:solidFill>
                <a:latin typeface="Space Grotesk" pitchFamily="34" charset="0"/>
                <a:ea typeface="Space Grotesk" pitchFamily="34" charset="-122"/>
                <a:cs typeface="Space Grotesk" pitchFamily="34" charset="-120"/>
              </a:rPr>
              <a:t>CHANGE</a:t>
            </a:r>
            <a:endParaRPr lang="en-US" sz="800" dirty="0"/>
          </a:p>
        </p:txBody>
      </p:sp>
      <p:sp>
        <p:nvSpPr>
          <p:cNvPr id="9" name="Text 7"/>
          <p:cNvSpPr/>
          <p:nvPr/>
        </p:nvSpPr>
        <p:spPr>
          <a:xfrm>
            <a:off x="868680" y="3685032"/>
            <a:ext cx="3886200" cy="621792"/>
          </a:xfrm>
          <a:prstGeom prst="rect">
            <a:avLst/>
          </a:prstGeom>
          <a:noFill/>
          <a:ln/>
        </p:spPr>
        <p:txBody>
          <a:bodyPr wrap="square" lIns="0" tIns="0" rIns="0" bIns="0" rtlCol="0" anchor="ctr">
            <a:normAutofit/>
          </a:bodyPr>
          <a:lstStyle/>
          <a:p>
            <a:pPr indent="0" marL="0">
              <a:buNone/>
            </a:pPr>
            <a:r>
              <a:rPr lang="en-US" sz="1500" b="1" dirty="0">
                <a:solidFill>
                  <a:srgbClr val="4A4A52"/>
                </a:solidFill>
                <a:latin typeface="Pretendard Variable" pitchFamily="34" charset="0"/>
                <a:ea typeface="Pretendard Variable" pitchFamily="34" charset="-122"/>
                <a:cs typeface="Pretendard Variable" pitchFamily="34" charset="-120"/>
              </a:rPr>
              <a:t>10명 이상 10% 할인</a:t>
            </a:r>
            <a:endParaRPr lang="en-US" sz="1500" dirty="0"/>
          </a:p>
          <a:p>
            <a:pPr indent="0" marL="0">
              <a:buNone/>
            </a:pPr>
            <a:r>
              <a:rPr lang="en-US" sz="1500" b="1" dirty="0">
                <a:solidFill>
                  <a:srgbClr val="4A4A52"/>
                </a:solidFill>
                <a:latin typeface="Pretendard Variable" pitchFamily="34" charset="0"/>
                <a:ea typeface="Pretendard Variable" pitchFamily="34" charset="-122"/>
                <a:cs typeface="Pretendard Variable" pitchFamily="34" charset="-120"/>
              </a:rPr>
              <a:t>할인 전·후 금액 구분</a:t>
            </a:r>
            <a:endParaRPr lang="en-US" sz="1500" dirty="0"/>
          </a:p>
        </p:txBody>
      </p:sp>
      <p:sp>
        <p:nvSpPr>
          <p:cNvPr id="10" name="Text 8"/>
          <p:cNvSpPr/>
          <p:nvPr/>
        </p:nvSpPr>
        <p:spPr>
          <a:xfrm>
            <a:off x="868680" y="4608576"/>
            <a:ext cx="822960" cy="164592"/>
          </a:xfrm>
          <a:prstGeom prst="rect">
            <a:avLst/>
          </a:prstGeom>
          <a:noFill/>
          <a:ln/>
        </p:spPr>
        <p:txBody>
          <a:bodyPr wrap="square" lIns="0" tIns="0" rIns="0" bIns="0" rtlCol="0" anchor="ctr"/>
          <a:lstStyle/>
          <a:p>
            <a:pPr indent="0" marL="0">
              <a:buNone/>
            </a:pPr>
            <a:r>
              <a:rPr lang="en-US" sz="800" b="1" spc="80" kern="0" dirty="0">
                <a:solidFill>
                  <a:srgbClr val="2340FF"/>
                </a:solidFill>
                <a:latin typeface="Space Grotesk" pitchFamily="34" charset="0"/>
                <a:ea typeface="Space Grotesk" pitchFamily="34" charset="-122"/>
                <a:cs typeface="Space Grotesk" pitchFamily="34" charset="-120"/>
              </a:rPr>
              <a:t>CHECK</a:t>
            </a:r>
            <a:endParaRPr lang="en-US" sz="800" dirty="0"/>
          </a:p>
        </p:txBody>
      </p:sp>
      <p:sp>
        <p:nvSpPr>
          <p:cNvPr id="11" name="Text 9"/>
          <p:cNvSpPr/>
          <p:nvPr/>
        </p:nvSpPr>
        <p:spPr>
          <a:xfrm>
            <a:off x="868680" y="4892040"/>
            <a:ext cx="3886200" cy="274320"/>
          </a:xfrm>
          <a:prstGeom prst="rect">
            <a:avLst/>
          </a:prstGeom>
          <a:noFill/>
          <a:ln/>
        </p:spPr>
        <p:txBody>
          <a:bodyPr wrap="square" lIns="0" tIns="0" rIns="0" bIns="0" rtlCol="0" anchor="ctr"/>
          <a:lstStyle/>
          <a:p>
            <a:pPr indent="0" marL="0">
              <a:buNone/>
            </a:pPr>
            <a:r>
              <a:rPr lang="en-US" sz="1500" b="1" dirty="0">
                <a:solidFill>
                  <a:srgbClr val="4A4A52"/>
                </a:solidFill>
                <a:latin typeface="Pretendard Variable" pitchFamily="34" charset="0"/>
                <a:ea typeface="Pretendard Variable" pitchFamily="34" charset="-122"/>
                <a:cs typeface="Pretendard Variable" pitchFamily="34" charset="-120"/>
              </a:rPr>
              <a:t>9명과 12명에서 계산 검증</a:t>
            </a:r>
            <a:endParaRPr lang="en-US" sz="1500" dirty="0"/>
          </a:p>
        </p:txBody>
      </p:sp>
      <p:sp>
        <p:nvSpPr>
          <p:cNvPr id="12" name="Shape 10"/>
          <p:cNvSpPr/>
          <p:nvPr/>
        </p:nvSpPr>
        <p:spPr>
          <a:xfrm>
            <a:off x="5102352" y="1234440"/>
            <a:ext cx="6144768" cy="4315968"/>
          </a:xfrm>
          <a:prstGeom prst="rect">
            <a:avLst/>
          </a:prstGeom>
          <a:solidFill>
            <a:srgbClr val="FFFFFF"/>
          </a:solidFill>
          <a:ln w="10160">
            <a:solidFill>
              <a:srgbClr val="DEDCD6"/>
            </a:solidFill>
            <a:prstDash val="solid"/>
          </a:ln>
        </p:spPr>
      </p:sp>
      <p:pic>
        <p:nvPicPr>
          <p:cNvPr id="13" name="Image 0" descr="/mnt/data/wide_professional_office_desk_scene_shallow_dept.png">    </p:cNvPr>
          <p:cNvPicPr>
            <a:picLocks noChangeAspect="1"/>
          </p:cNvPicPr>
          <p:nvPr/>
        </p:nvPicPr>
        <p:blipFill>
          <a:blip r:embed="rId1"/>
          <a:srcRect l="22000" r="-366" t="2000" b="2000"/>
          <a:stretch/>
        </p:blipFill>
        <p:spPr>
          <a:xfrm>
            <a:off x="5230368" y="1362456"/>
            <a:ext cx="5888736" cy="4059936"/>
          </a:xfrm>
          <a:prstGeom prst="rect">
            <a:avLst/>
          </a:prstGeom>
        </p:spPr>
      </p:pic>
      <p:sp>
        <p:nvSpPr>
          <p:cNvPr id="14" name="Shape 11"/>
          <p:cNvSpPr/>
          <p:nvPr/>
        </p:nvSpPr>
        <p:spPr>
          <a:xfrm>
            <a:off x="5230368" y="4782312"/>
            <a:ext cx="5888736" cy="640080"/>
          </a:xfrm>
          <a:prstGeom prst="rect">
            <a:avLst/>
          </a:prstGeom>
          <a:solidFill>
            <a:srgbClr val="101014">
              <a:alpha val="90000"/>
            </a:srgbClr>
          </a:solidFill>
          <a:ln w="12700">
            <a:solidFill>
              <a:srgbClr val="101014">
                <a:alpha val="0"/>
              </a:srgbClr>
            </a:solidFill>
            <a:prstDash val="solid"/>
          </a:ln>
        </p:spPr>
      </p:sp>
      <p:sp>
        <p:nvSpPr>
          <p:cNvPr id="15" name="Text 12"/>
          <p:cNvSpPr/>
          <p:nvPr/>
        </p:nvSpPr>
        <p:spPr>
          <a:xfrm>
            <a:off x="5468112" y="4892040"/>
            <a:ext cx="5376672" cy="41148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Pretendard Variable" pitchFamily="34" charset="0"/>
                <a:ea typeface="Pretendard Variable" pitchFamily="34" charset="-122"/>
                <a:cs typeface="Pretendard Variable" pitchFamily="34" charset="-120"/>
              </a:rPr>
              <a:t>AI는 화면과 계산 기능을 만든다</a:t>
            </a:r>
            <a:endParaRPr lang="en-US" sz="1050" dirty="0"/>
          </a:p>
          <a:p>
            <a:pPr indent="0" marL="0">
              <a:buNone/>
            </a:pPr>
            <a:r>
              <a:rPr lang="en-US" sz="1050" b="1" dirty="0">
                <a:solidFill>
                  <a:srgbClr val="FFFFFF"/>
                </a:solidFill>
                <a:latin typeface="Pretendard Variable" pitchFamily="34" charset="0"/>
                <a:ea typeface="Pretendard Variable" pitchFamily="34" charset="-122"/>
                <a:cs typeface="Pretendard Variable" pitchFamily="34" charset="-120"/>
              </a:rPr>
              <a:t>가격 정책과 최종 승인은 사업자가 결정한다</a:t>
            </a:r>
            <a:endParaRPr lang="en-US" sz="1050" dirty="0"/>
          </a:p>
        </p:txBody>
      </p:sp>
      <p:sp>
        <p:nvSpPr>
          <p:cNvPr id="16" name="Text 13"/>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B4B0A6"/>
                </a:solidFill>
                <a:latin typeface="Space Grotesk" pitchFamily="34" charset="0"/>
                <a:ea typeface="Space Grotesk" pitchFamily="34" charset="-122"/>
                <a:cs typeface="Space Grotesk" pitchFamily="34" charset="-120"/>
              </a:rPr>
              <a:t>Biadone · 04 One Concrete Example</a:t>
            </a:r>
            <a:endParaRPr lang="en-US" sz="680" dirty="0"/>
          </a:p>
        </p:txBody>
      </p:sp>
      <p:sp>
        <p:nvSpPr>
          <p:cNvPr id="17" name="Text 14"/>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B4B0A6"/>
                </a:solidFill>
                <a:latin typeface="Space Grotesk" pitchFamily="34" charset="0"/>
                <a:ea typeface="Space Grotesk" pitchFamily="34" charset="-122"/>
                <a:cs typeface="Space Grotesk" pitchFamily="34" charset="-120"/>
              </a:rPr>
              <a:t>05 / 10</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2340FF"/>
                </a:solidFill>
                <a:latin typeface="Space Grotesk" pitchFamily="34" charset="0"/>
                <a:ea typeface="Space Grotesk" pitchFamily="34" charset="-122"/>
                <a:cs typeface="Space Grotesk" pitchFamily="34" charset="-120"/>
              </a:rPr>
              <a:t>05 / MORE THAN A WEBSITE</a:t>
            </a:r>
            <a:endParaRPr lang="en-US" sz="850" dirty="0"/>
          </a:p>
        </p:txBody>
      </p:sp>
      <p:sp>
        <p:nvSpPr>
          <p:cNvPr id="3" name="Shape 1"/>
          <p:cNvSpPr/>
          <p:nvPr/>
        </p:nvSpPr>
        <p:spPr>
          <a:xfrm>
            <a:off x="685800" y="649224"/>
            <a:ext cx="10817352" cy="0"/>
          </a:xfrm>
          <a:prstGeom prst="line">
            <a:avLst/>
          </a:prstGeom>
          <a:noFill/>
          <a:ln w="8890">
            <a:solidFill>
              <a:srgbClr val="DEDCD6"/>
            </a:solidFill>
            <a:prstDash val="solid"/>
          </a:ln>
        </p:spPr>
      </p:sp>
      <p:sp>
        <p:nvSpPr>
          <p:cNvPr id="4" name="Text 2"/>
          <p:cNvSpPr/>
          <p:nvPr/>
        </p:nvSpPr>
        <p:spPr>
          <a:xfrm>
            <a:off x="868680" y="941832"/>
            <a:ext cx="6949440" cy="868680"/>
          </a:xfrm>
          <a:prstGeom prst="rect">
            <a:avLst/>
          </a:prstGeom>
          <a:noFill/>
          <a:ln/>
        </p:spPr>
        <p:txBody>
          <a:bodyPr wrap="square" lIns="0" tIns="0" rIns="0" bIns="0" rtlCol="0" anchor="ctr">
            <a:normAutofit/>
          </a:bodyPr>
          <a:lstStyle/>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홈페이지만 만드는 도구가 아니다</a:t>
            </a:r>
            <a:endParaRPr lang="en-US" sz="2700" dirty="0"/>
          </a:p>
        </p:txBody>
      </p:sp>
      <p:sp>
        <p:nvSpPr>
          <p:cNvPr id="5" name="Text 3"/>
          <p:cNvSpPr/>
          <p:nvPr/>
        </p:nvSpPr>
        <p:spPr>
          <a:xfrm>
            <a:off x="868680" y="1901952"/>
            <a:ext cx="6949440" cy="320040"/>
          </a:xfrm>
          <a:prstGeom prst="rect">
            <a:avLst/>
          </a:prstGeom>
          <a:noFill/>
          <a:ln/>
        </p:spPr>
        <p:txBody>
          <a:bodyPr wrap="square" lIns="0" tIns="0" rIns="0" bIns="0" rtlCol="0" anchor="ctr">
            <a:normAutofit/>
          </a:bodyPr>
          <a:lstStyle/>
          <a:p>
            <a:pPr indent="0" marL="0">
              <a:buNone/>
            </a:pPr>
            <a:r>
              <a:rPr lang="en-US" sz="1050" dirty="0">
                <a:solidFill>
                  <a:srgbClr val="9A9AA4"/>
                </a:solidFill>
                <a:latin typeface="Pretendard Variable" pitchFamily="34" charset="0"/>
                <a:ea typeface="Pretendard Variable" pitchFamily="34" charset="-122"/>
                <a:cs typeface="Pretendard Variable" pitchFamily="34" charset="-120"/>
              </a:rPr>
              <a:t>큰 서비스를 새로 만드는 대신 · 반복되는 불편 하나부터</a:t>
            </a:r>
            <a:endParaRPr lang="en-US" sz="1050" dirty="0"/>
          </a:p>
        </p:txBody>
      </p:sp>
      <p:sp>
        <p:nvSpPr>
          <p:cNvPr id="6" name="Text 4"/>
          <p:cNvSpPr/>
          <p:nvPr/>
        </p:nvSpPr>
        <p:spPr>
          <a:xfrm>
            <a:off x="868680" y="2414016"/>
            <a:ext cx="1051560" cy="182880"/>
          </a:xfrm>
          <a:prstGeom prst="rect">
            <a:avLst/>
          </a:prstGeom>
          <a:noFill/>
          <a:ln/>
        </p:spPr>
        <p:txBody>
          <a:bodyPr wrap="square" lIns="0" tIns="0" rIns="0" bIns="0" rtlCol="0" anchor="ctr"/>
          <a:lstStyle/>
          <a:p>
            <a:pPr indent="0" marL="0">
              <a:buNone/>
            </a:pPr>
            <a:r>
              <a:rPr lang="en-US" sz="900" b="1" spc="100" kern="0" dirty="0">
                <a:solidFill>
                  <a:srgbClr val="2340FF"/>
                </a:solidFill>
                <a:latin typeface="Space Grotesk" pitchFamily="34" charset="0"/>
                <a:ea typeface="Space Grotesk" pitchFamily="34" charset="-122"/>
                <a:cs typeface="Space Grotesk" pitchFamily="34" charset="-120"/>
              </a:rPr>
              <a:t>WEB</a:t>
            </a:r>
            <a:endParaRPr lang="en-US" sz="900" dirty="0"/>
          </a:p>
        </p:txBody>
      </p:sp>
      <p:sp>
        <p:nvSpPr>
          <p:cNvPr id="7" name="Shape 5"/>
          <p:cNvSpPr/>
          <p:nvPr/>
        </p:nvSpPr>
        <p:spPr>
          <a:xfrm>
            <a:off x="868680" y="2761488"/>
            <a:ext cx="3154680" cy="0"/>
          </a:xfrm>
          <a:prstGeom prst="line">
            <a:avLst/>
          </a:prstGeom>
          <a:noFill/>
          <a:ln w="10160">
            <a:solidFill>
              <a:srgbClr val="DEDCD6"/>
            </a:solidFill>
            <a:prstDash val="solid"/>
          </a:ln>
        </p:spPr>
      </p:sp>
      <p:sp>
        <p:nvSpPr>
          <p:cNvPr id="8" name="Text 6"/>
          <p:cNvSpPr/>
          <p:nvPr/>
        </p:nvSpPr>
        <p:spPr>
          <a:xfrm>
            <a:off x="868680" y="3063240"/>
            <a:ext cx="3090672" cy="384048"/>
          </a:xfrm>
          <a:prstGeom prst="rect">
            <a:avLst/>
          </a:prstGeom>
          <a:noFill/>
          <a:ln/>
        </p:spPr>
        <p:txBody>
          <a:bodyPr wrap="square" lIns="0" tIns="0" rIns="0" bIns="0" rtlCol="0" anchor="ctr"/>
          <a:lstStyle/>
          <a:p>
            <a:pPr indent="0" marL="0">
              <a:buNone/>
            </a:pPr>
            <a:r>
              <a:rPr lang="en-US" sz="1800" b="1" dirty="0">
                <a:solidFill>
                  <a:srgbClr val="101014"/>
                </a:solidFill>
                <a:latin typeface="Pretendard Variable" pitchFamily="34" charset="0"/>
                <a:ea typeface="Pretendard Variable" pitchFamily="34" charset="-122"/>
                <a:cs typeface="Pretendard Variable" pitchFamily="34" charset="-120"/>
              </a:rPr>
              <a:t>문의받는 페이지</a:t>
            </a:r>
            <a:endParaRPr lang="en-US" sz="1800" dirty="0"/>
          </a:p>
        </p:txBody>
      </p:sp>
      <p:sp>
        <p:nvSpPr>
          <p:cNvPr id="9" name="Text 7"/>
          <p:cNvSpPr/>
          <p:nvPr/>
        </p:nvSpPr>
        <p:spPr>
          <a:xfrm>
            <a:off x="868680" y="3730752"/>
            <a:ext cx="3127248" cy="777240"/>
          </a:xfrm>
          <a:prstGeom prst="rect">
            <a:avLst/>
          </a:prstGeom>
          <a:noFill/>
          <a:ln/>
        </p:spPr>
        <p:txBody>
          <a:bodyPr wrap="square" lIns="0" tIns="0" rIns="0" bIns="0" rtlCol="0" anchor="ctr">
            <a:normAutofit/>
          </a:bodyPr>
          <a:lstStyle/>
          <a:p>
            <a:pPr indent="0" marL="0">
              <a:lnSpc>
                <a:spcPct val="108000"/>
              </a:lnSpc>
              <a:buNone/>
            </a:pPr>
            <a:r>
              <a:rPr lang="en-US" sz="1200" dirty="0">
                <a:solidFill>
                  <a:srgbClr val="6E6E7A"/>
                </a:solidFill>
                <a:latin typeface="Pretendard Variable" pitchFamily="34" charset="0"/>
                <a:ea typeface="Pretendard Variable" pitchFamily="34" charset="-122"/>
                <a:cs typeface="Pretendard Variable" pitchFamily="34" charset="-120"/>
              </a:rPr>
              <a:t>사업 소개 · 견적 입력</a:t>
            </a:r>
            <a:endParaRPr lang="en-US" sz="1200" dirty="0"/>
          </a:p>
          <a:p>
            <a:pPr indent="0" marL="0">
              <a:lnSpc>
                <a:spcPct val="108000"/>
              </a:lnSpc>
              <a:buNone/>
            </a:pPr>
            <a:r>
              <a:rPr lang="en-US" sz="1200" dirty="0">
                <a:solidFill>
                  <a:srgbClr val="6E6E7A"/>
                </a:solidFill>
                <a:latin typeface="Pretendard Variable" pitchFamily="34" charset="0"/>
                <a:ea typeface="Pretendard Variable" pitchFamily="34" charset="-122"/>
                <a:cs typeface="Pretendard Variable" pitchFamily="34" charset="-120"/>
              </a:rPr>
              <a:t>예약 서비스 연결</a:t>
            </a:r>
            <a:endParaRPr lang="en-US" sz="1200" dirty="0"/>
          </a:p>
        </p:txBody>
      </p:sp>
      <p:sp>
        <p:nvSpPr>
          <p:cNvPr id="10" name="Shape 8"/>
          <p:cNvSpPr/>
          <p:nvPr/>
        </p:nvSpPr>
        <p:spPr>
          <a:xfrm>
            <a:off x="4270248" y="2350008"/>
            <a:ext cx="0" cy="2423160"/>
          </a:xfrm>
          <a:prstGeom prst="line">
            <a:avLst/>
          </a:prstGeom>
          <a:noFill/>
          <a:ln w="8890">
            <a:solidFill>
              <a:srgbClr val="DEDCD6"/>
            </a:solidFill>
            <a:prstDash val="solid"/>
          </a:ln>
        </p:spPr>
      </p:sp>
      <p:sp>
        <p:nvSpPr>
          <p:cNvPr id="11" name="Text 9"/>
          <p:cNvSpPr/>
          <p:nvPr/>
        </p:nvSpPr>
        <p:spPr>
          <a:xfrm>
            <a:off x="4599432" y="2414016"/>
            <a:ext cx="1051560" cy="182880"/>
          </a:xfrm>
          <a:prstGeom prst="rect">
            <a:avLst/>
          </a:prstGeom>
          <a:noFill/>
          <a:ln/>
        </p:spPr>
        <p:txBody>
          <a:bodyPr wrap="square" lIns="0" tIns="0" rIns="0" bIns="0" rtlCol="0" anchor="ctr"/>
          <a:lstStyle/>
          <a:p>
            <a:pPr indent="0" marL="0">
              <a:buNone/>
            </a:pPr>
            <a:r>
              <a:rPr lang="en-US" sz="900" b="1" spc="100" kern="0" dirty="0">
                <a:solidFill>
                  <a:srgbClr val="2340FF"/>
                </a:solidFill>
                <a:latin typeface="Space Grotesk" pitchFamily="34" charset="0"/>
                <a:ea typeface="Space Grotesk" pitchFamily="34" charset="-122"/>
                <a:cs typeface="Space Grotesk" pitchFamily="34" charset="-120"/>
              </a:rPr>
              <a:t>DATA</a:t>
            </a:r>
            <a:endParaRPr lang="en-US" sz="900" dirty="0"/>
          </a:p>
        </p:txBody>
      </p:sp>
      <p:sp>
        <p:nvSpPr>
          <p:cNvPr id="12" name="Shape 10"/>
          <p:cNvSpPr/>
          <p:nvPr/>
        </p:nvSpPr>
        <p:spPr>
          <a:xfrm>
            <a:off x="4599432" y="2761488"/>
            <a:ext cx="3154680" cy="0"/>
          </a:xfrm>
          <a:prstGeom prst="line">
            <a:avLst/>
          </a:prstGeom>
          <a:noFill/>
          <a:ln w="16510">
            <a:solidFill>
              <a:srgbClr val="2340FF"/>
            </a:solidFill>
            <a:prstDash val="solid"/>
          </a:ln>
        </p:spPr>
      </p:sp>
      <p:sp>
        <p:nvSpPr>
          <p:cNvPr id="13" name="Text 11"/>
          <p:cNvSpPr/>
          <p:nvPr/>
        </p:nvSpPr>
        <p:spPr>
          <a:xfrm>
            <a:off x="4599432" y="3063240"/>
            <a:ext cx="3090672" cy="384048"/>
          </a:xfrm>
          <a:prstGeom prst="rect">
            <a:avLst/>
          </a:prstGeom>
          <a:noFill/>
          <a:ln/>
        </p:spPr>
        <p:txBody>
          <a:bodyPr wrap="square" lIns="0" tIns="0" rIns="0" bIns="0" rtlCol="0" anchor="ctr"/>
          <a:lstStyle/>
          <a:p>
            <a:pPr indent="0" marL="0">
              <a:buNone/>
            </a:pPr>
            <a:r>
              <a:rPr lang="en-US" sz="1800" b="1" dirty="0">
                <a:solidFill>
                  <a:srgbClr val="101014"/>
                </a:solidFill>
                <a:latin typeface="Pretendard Variable" pitchFamily="34" charset="0"/>
                <a:ea typeface="Pretendard Variable" pitchFamily="34" charset="-122"/>
                <a:cs typeface="Pretendard Variable" pitchFamily="34" charset="-120"/>
              </a:rPr>
              <a:t>파일 정리 도구</a:t>
            </a:r>
            <a:endParaRPr lang="en-US" sz="1800" dirty="0"/>
          </a:p>
        </p:txBody>
      </p:sp>
      <p:sp>
        <p:nvSpPr>
          <p:cNvPr id="14" name="Text 12"/>
          <p:cNvSpPr/>
          <p:nvPr/>
        </p:nvSpPr>
        <p:spPr>
          <a:xfrm>
            <a:off x="4599432" y="3730752"/>
            <a:ext cx="3127248" cy="777240"/>
          </a:xfrm>
          <a:prstGeom prst="rect">
            <a:avLst/>
          </a:prstGeom>
          <a:noFill/>
          <a:ln/>
        </p:spPr>
        <p:txBody>
          <a:bodyPr wrap="square" lIns="0" tIns="0" rIns="0" bIns="0" rtlCol="0" anchor="ctr">
            <a:normAutofit/>
          </a:bodyPr>
          <a:lstStyle/>
          <a:p>
            <a:pPr indent="0" marL="0">
              <a:lnSpc>
                <a:spcPct val="108000"/>
              </a:lnSpc>
              <a:buNone/>
            </a:pPr>
            <a:r>
              <a:rPr lang="en-US" sz="1200" dirty="0">
                <a:solidFill>
                  <a:srgbClr val="6E6E7A"/>
                </a:solidFill>
                <a:latin typeface="Pretendard Variable" pitchFamily="34" charset="0"/>
                <a:ea typeface="Pretendard Variable" pitchFamily="34" charset="-122"/>
                <a:cs typeface="Pretendard Variable" pitchFamily="34" charset="-120"/>
              </a:rPr>
              <a:t>여러 매출 파일 통합</a:t>
            </a:r>
            <a:endParaRPr lang="en-US" sz="1200" dirty="0"/>
          </a:p>
          <a:p>
            <a:pPr indent="0" marL="0">
              <a:lnSpc>
                <a:spcPct val="108000"/>
              </a:lnSpc>
              <a:buNone/>
            </a:pPr>
            <a:r>
              <a:rPr lang="en-US" sz="1200" dirty="0">
                <a:solidFill>
                  <a:srgbClr val="6E6E7A"/>
                </a:solidFill>
                <a:latin typeface="Pretendard Variable" pitchFamily="34" charset="0"/>
                <a:ea typeface="Pretendard Variable" pitchFamily="34" charset="-122"/>
                <a:cs typeface="Pretendard Variable" pitchFamily="34" charset="-120"/>
              </a:rPr>
              <a:t>반복 보고서 생성</a:t>
            </a:r>
            <a:endParaRPr lang="en-US" sz="1200" dirty="0"/>
          </a:p>
        </p:txBody>
      </p:sp>
      <p:sp>
        <p:nvSpPr>
          <p:cNvPr id="15" name="Shape 13"/>
          <p:cNvSpPr/>
          <p:nvPr/>
        </p:nvSpPr>
        <p:spPr>
          <a:xfrm>
            <a:off x="8001000" y="2350008"/>
            <a:ext cx="0" cy="2423160"/>
          </a:xfrm>
          <a:prstGeom prst="line">
            <a:avLst/>
          </a:prstGeom>
          <a:noFill/>
          <a:ln w="8890">
            <a:solidFill>
              <a:srgbClr val="DEDCD6"/>
            </a:solidFill>
            <a:prstDash val="solid"/>
          </a:ln>
        </p:spPr>
      </p:sp>
      <p:sp>
        <p:nvSpPr>
          <p:cNvPr id="16" name="Text 14"/>
          <p:cNvSpPr/>
          <p:nvPr/>
        </p:nvSpPr>
        <p:spPr>
          <a:xfrm>
            <a:off x="8330184" y="2414016"/>
            <a:ext cx="1051560" cy="182880"/>
          </a:xfrm>
          <a:prstGeom prst="rect">
            <a:avLst/>
          </a:prstGeom>
          <a:noFill/>
          <a:ln/>
        </p:spPr>
        <p:txBody>
          <a:bodyPr wrap="square" lIns="0" tIns="0" rIns="0" bIns="0" rtlCol="0" anchor="ctr"/>
          <a:lstStyle/>
          <a:p>
            <a:pPr indent="0" marL="0">
              <a:buNone/>
            </a:pPr>
            <a:r>
              <a:rPr lang="en-US" sz="900" b="1" spc="100" kern="0" dirty="0">
                <a:solidFill>
                  <a:srgbClr val="2340FF"/>
                </a:solidFill>
                <a:latin typeface="Space Grotesk" pitchFamily="34" charset="0"/>
                <a:ea typeface="Space Grotesk" pitchFamily="34" charset="-122"/>
                <a:cs typeface="Space Grotesk" pitchFamily="34" charset="-120"/>
              </a:rPr>
              <a:t>FLOW</a:t>
            </a:r>
            <a:endParaRPr lang="en-US" sz="900" dirty="0"/>
          </a:p>
        </p:txBody>
      </p:sp>
      <p:sp>
        <p:nvSpPr>
          <p:cNvPr id="17" name="Shape 15"/>
          <p:cNvSpPr/>
          <p:nvPr/>
        </p:nvSpPr>
        <p:spPr>
          <a:xfrm>
            <a:off x="8330184" y="2761488"/>
            <a:ext cx="3154680" cy="0"/>
          </a:xfrm>
          <a:prstGeom prst="line">
            <a:avLst/>
          </a:prstGeom>
          <a:noFill/>
          <a:ln w="10160">
            <a:solidFill>
              <a:srgbClr val="DEDCD6"/>
            </a:solidFill>
            <a:prstDash val="solid"/>
          </a:ln>
        </p:spPr>
      </p:sp>
      <p:sp>
        <p:nvSpPr>
          <p:cNvPr id="18" name="Text 16"/>
          <p:cNvSpPr/>
          <p:nvPr/>
        </p:nvSpPr>
        <p:spPr>
          <a:xfrm>
            <a:off x="8330184" y="3063240"/>
            <a:ext cx="3090672" cy="384048"/>
          </a:xfrm>
          <a:prstGeom prst="rect">
            <a:avLst/>
          </a:prstGeom>
          <a:noFill/>
          <a:ln/>
        </p:spPr>
        <p:txBody>
          <a:bodyPr wrap="square" lIns="0" tIns="0" rIns="0" bIns="0" rtlCol="0" anchor="ctr"/>
          <a:lstStyle/>
          <a:p>
            <a:pPr indent="0" marL="0">
              <a:buNone/>
            </a:pPr>
            <a:r>
              <a:rPr lang="en-US" sz="1800" b="1" dirty="0">
                <a:solidFill>
                  <a:srgbClr val="101014"/>
                </a:solidFill>
                <a:latin typeface="Pretendard Variable" pitchFamily="34" charset="0"/>
                <a:ea typeface="Pretendard Variable" pitchFamily="34" charset="-122"/>
                <a:cs typeface="Pretendard Variable" pitchFamily="34" charset="-120"/>
              </a:rPr>
              <a:t>업무 자동화</a:t>
            </a:r>
            <a:endParaRPr lang="en-US" sz="1800" dirty="0"/>
          </a:p>
        </p:txBody>
      </p:sp>
      <p:sp>
        <p:nvSpPr>
          <p:cNvPr id="19" name="Text 17"/>
          <p:cNvSpPr/>
          <p:nvPr/>
        </p:nvSpPr>
        <p:spPr>
          <a:xfrm>
            <a:off x="8330184" y="3730752"/>
            <a:ext cx="3127248" cy="777240"/>
          </a:xfrm>
          <a:prstGeom prst="rect">
            <a:avLst/>
          </a:prstGeom>
          <a:noFill/>
          <a:ln/>
        </p:spPr>
        <p:txBody>
          <a:bodyPr wrap="square" lIns="0" tIns="0" rIns="0" bIns="0" rtlCol="0" anchor="ctr">
            <a:normAutofit/>
          </a:bodyPr>
          <a:lstStyle/>
          <a:p>
            <a:pPr indent="0" marL="0">
              <a:lnSpc>
                <a:spcPct val="108000"/>
              </a:lnSpc>
              <a:buNone/>
            </a:pPr>
            <a:r>
              <a:rPr lang="en-US" sz="1200" dirty="0">
                <a:solidFill>
                  <a:srgbClr val="6E6E7A"/>
                </a:solidFill>
                <a:latin typeface="Pretendard Variable" pitchFamily="34" charset="0"/>
                <a:ea typeface="Pretendard Variable" pitchFamily="34" charset="-122"/>
                <a:cs typeface="Pretendard Variable" pitchFamily="34" charset="-120"/>
              </a:rPr>
              <a:t>문의 분류 · 알림</a:t>
            </a:r>
            <a:endParaRPr lang="en-US" sz="1200" dirty="0"/>
          </a:p>
          <a:p>
            <a:pPr indent="0" marL="0">
              <a:lnSpc>
                <a:spcPct val="108000"/>
              </a:lnSpc>
              <a:buNone/>
            </a:pPr>
            <a:r>
              <a:rPr lang="en-US" sz="1200" dirty="0">
                <a:solidFill>
                  <a:srgbClr val="6E6E7A"/>
                </a:solidFill>
                <a:latin typeface="Pretendard Variable" pitchFamily="34" charset="0"/>
                <a:ea typeface="Pretendard Variable" pitchFamily="34" charset="-122"/>
                <a:cs typeface="Pretendard Variable" pitchFamily="34" charset="-120"/>
              </a:rPr>
              <a:t>콘텐츠 반복 제작</a:t>
            </a:r>
            <a:endParaRPr lang="en-US" sz="1200" dirty="0"/>
          </a:p>
        </p:txBody>
      </p:sp>
      <p:sp>
        <p:nvSpPr>
          <p:cNvPr id="20" name="Shape 18"/>
          <p:cNvSpPr/>
          <p:nvPr/>
        </p:nvSpPr>
        <p:spPr>
          <a:xfrm>
            <a:off x="868680" y="5230368"/>
            <a:ext cx="25603" cy="310896"/>
          </a:xfrm>
          <a:prstGeom prst="rect">
            <a:avLst/>
          </a:prstGeom>
          <a:solidFill>
            <a:srgbClr val="2340FF"/>
          </a:solidFill>
          <a:ln w="12700">
            <a:solidFill>
              <a:srgbClr val="2340FF">
                <a:alpha val="0"/>
              </a:srgbClr>
            </a:solidFill>
            <a:prstDash val="solid"/>
          </a:ln>
        </p:spPr>
      </p:sp>
      <p:sp>
        <p:nvSpPr>
          <p:cNvPr id="21" name="Text 19"/>
          <p:cNvSpPr/>
          <p:nvPr/>
        </p:nvSpPr>
        <p:spPr>
          <a:xfrm>
            <a:off x="1051560" y="5166360"/>
            <a:ext cx="8229600" cy="420624"/>
          </a:xfrm>
          <a:prstGeom prst="rect">
            <a:avLst/>
          </a:prstGeom>
          <a:noFill/>
          <a:ln/>
        </p:spPr>
        <p:txBody>
          <a:bodyPr wrap="square" lIns="0" tIns="0" rIns="0" bIns="0" rtlCol="0" anchor="ctr"/>
          <a:lstStyle/>
          <a:p>
            <a:pPr indent="0" marL="0">
              <a:buNone/>
            </a:pPr>
            <a:r>
              <a:rPr lang="en-US" sz="1550" b="1" dirty="0">
                <a:solidFill>
                  <a:srgbClr val="101014"/>
                </a:solidFill>
                <a:latin typeface="Pretendard Variable" pitchFamily="34" charset="0"/>
                <a:ea typeface="Pretendard Variable" pitchFamily="34" charset="-122"/>
                <a:cs typeface="Pretendard Variable" pitchFamily="34" charset="-120"/>
              </a:rPr>
              <a:t>좋은 첫 과제 = 자주 반복되고 · 규칙이 분명하며 · 실패 피해가 작은 일</a:t>
            </a:r>
            <a:endParaRPr lang="en-US" sz="1550" dirty="0"/>
          </a:p>
        </p:txBody>
      </p:sp>
      <p:sp>
        <p:nvSpPr>
          <p:cNvPr id="22" name="Text 20"/>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B4B0A6"/>
                </a:solidFill>
                <a:latin typeface="Space Grotesk" pitchFamily="34" charset="0"/>
                <a:ea typeface="Space Grotesk" pitchFamily="34" charset="-122"/>
                <a:cs typeface="Space Grotesk" pitchFamily="34" charset="-120"/>
              </a:rPr>
              <a:t>Biadone · 05 More Than a Website</a:t>
            </a:r>
            <a:endParaRPr lang="en-US" sz="680" dirty="0"/>
          </a:p>
        </p:txBody>
      </p:sp>
      <p:sp>
        <p:nvSpPr>
          <p:cNvPr id="23" name="Text 21"/>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B4B0A6"/>
                </a:solidFill>
                <a:latin typeface="Space Grotesk" pitchFamily="34" charset="0"/>
                <a:ea typeface="Space Grotesk" pitchFamily="34" charset="-122"/>
                <a:cs typeface="Space Grotesk" pitchFamily="34" charset="-120"/>
              </a:rPr>
              <a:t>06 / 10</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2340FF"/>
                </a:solidFill>
                <a:latin typeface="Space Grotesk" pitchFamily="34" charset="0"/>
                <a:ea typeface="Space Grotesk" pitchFamily="34" charset="-122"/>
                <a:cs typeface="Space Grotesk" pitchFamily="34" charset="-120"/>
              </a:rPr>
              <a:t>06 / AI AND HUMAN BOUNDARY</a:t>
            </a:r>
            <a:endParaRPr lang="en-US" sz="850" dirty="0"/>
          </a:p>
        </p:txBody>
      </p:sp>
      <p:sp>
        <p:nvSpPr>
          <p:cNvPr id="3" name="Shape 1"/>
          <p:cNvSpPr/>
          <p:nvPr/>
        </p:nvSpPr>
        <p:spPr>
          <a:xfrm>
            <a:off x="685800" y="649224"/>
            <a:ext cx="10817352" cy="0"/>
          </a:xfrm>
          <a:prstGeom prst="line">
            <a:avLst/>
          </a:prstGeom>
          <a:noFill/>
          <a:ln w="8890">
            <a:solidFill>
              <a:srgbClr val="DEDCD6"/>
            </a:solidFill>
            <a:prstDash val="solid"/>
          </a:ln>
        </p:spPr>
      </p:sp>
      <p:sp>
        <p:nvSpPr>
          <p:cNvPr id="4" name="Text 2"/>
          <p:cNvSpPr/>
          <p:nvPr/>
        </p:nvSpPr>
        <p:spPr>
          <a:xfrm>
            <a:off x="868680" y="941832"/>
            <a:ext cx="6949440" cy="960120"/>
          </a:xfrm>
          <a:prstGeom prst="rect">
            <a:avLst/>
          </a:prstGeom>
          <a:noFill/>
          <a:ln/>
        </p:spPr>
        <p:txBody>
          <a:bodyPr wrap="square" lIns="0" tIns="0" rIns="0" bIns="0" rtlCol="0" anchor="ctr">
            <a:normAutofit/>
          </a:bodyPr>
          <a:lstStyle/>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AI에 맡길 일과</a:t>
            </a:r>
            <a:endParaRPr lang="en-US" sz="2700" dirty="0"/>
          </a:p>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사람이 판단할 일의 경계</a:t>
            </a:r>
            <a:endParaRPr lang="en-US" sz="2700" dirty="0"/>
          </a:p>
        </p:txBody>
      </p:sp>
      <p:sp>
        <p:nvSpPr>
          <p:cNvPr id="5" name="Text 3"/>
          <p:cNvSpPr/>
          <p:nvPr/>
        </p:nvSpPr>
        <p:spPr>
          <a:xfrm>
            <a:off x="868680" y="2020824"/>
            <a:ext cx="6949440" cy="320040"/>
          </a:xfrm>
          <a:prstGeom prst="rect">
            <a:avLst/>
          </a:prstGeom>
          <a:noFill/>
          <a:ln/>
        </p:spPr>
        <p:txBody>
          <a:bodyPr wrap="square" lIns="0" tIns="0" rIns="0" bIns="0" rtlCol="0" anchor="ctr">
            <a:normAutofit/>
          </a:bodyPr>
          <a:lstStyle/>
          <a:p>
            <a:pPr indent="0" marL="0">
              <a:buNone/>
            </a:pPr>
            <a:r>
              <a:rPr lang="en-US" sz="1050" dirty="0">
                <a:solidFill>
                  <a:srgbClr val="9A9AA4"/>
                </a:solidFill>
                <a:latin typeface="Pretendard Variable" pitchFamily="34" charset="0"/>
                <a:ea typeface="Pretendard Variable" pitchFamily="34" charset="-122"/>
                <a:cs typeface="Pretendard Variable" pitchFamily="34" charset="-120"/>
              </a:rPr>
              <a:t>많이 맡기는 것이 아니라 · 맡길 범위와 확인 지점을 정하는 것</a:t>
            </a:r>
            <a:endParaRPr lang="en-US" sz="1050" dirty="0"/>
          </a:p>
        </p:txBody>
      </p:sp>
      <p:sp>
        <p:nvSpPr>
          <p:cNvPr id="6" name="Text 4"/>
          <p:cNvSpPr/>
          <p:nvPr/>
        </p:nvSpPr>
        <p:spPr>
          <a:xfrm>
            <a:off x="868680" y="2542032"/>
            <a:ext cx="1920240" cy="164592"/>
          </a:xfrm>
          <a:prstGeom prst="rect">
            <a:avLst/>
          </a:prstGeom>
          <a:noFill/>
          <a:ln/>
        </p:spPr>
        <p:txBody>
          <a:bodyPr wrap="square" lIns="0" tIns="0" rIns="0" bIns="0" rtlCol="0" anchor="ctr"/>
          <a:lstStyle/>
          <a:p>
            <a:pPr indent="0" marL="0">
              <a:buNone/>
            </a:pPr>
            <a:r>
              <a:rPr lang="en-US" sz="800" b="1" spc="80" kern="0" dirty="0">
                <a:solidFill>
                  <a:srgbClr val="9A9AA4"/>
                </a:solidFill>
                <a:latin typeface="Space Grotesk" pitchFamily="34" charset="0"/>
                <a:ea typeface="Space Grotesk" pitchFamily="34" charset="-122"/>
                <a:cs typeface="Space Grotesk" pitchFamily="34" charset="-120"/>
              </a:rPr>
              <a:t>AI ASSISTS</a:t>
            </a:r>
            <a:endParaRPr lang="en-US" sz="800" dirty="0"/>
          </a:p>
        </p:txBody>
      </p:sp>
      <p:sp>
        <p:nvSpPr>
          <p:cNvPr id="7" name="Text 5"/>
          <p:cNvSpPr/>
          <p:nvPr/>
        </p:nvSpPr>
        <p:spPr>
          <a:xfrm>
            <a:off x="868680" y="2852928"/>
            <a:ext cx="2999232" cy="310896"/>
          </a:xfrm>
          <a:prstGeom prst="rect">
            <a:avLst/>
          </a:prstGeom>
          <a:noFill/>
          <a:ln/>
        </p:spPr>
        <p:txBody>
          <a:bodyPr wrap="square" lIns="0" tIns="0" rIns="0" bIns="0" rtlCol="0" anchor="ctr"/>
          <a:lstStyle/>
          <a:p>
            <a:pPr indent="0" marL="0">
              <a:buNone/>
            </a:pPr>
            <a:r>
              <a:rPr lang="en-US" sz="1600" b="1" dirty="0">
                <a:solidFill>
                  <a:srgbClr val="101014"/>
                </a:solidFill>
                <a:latin typeface="Pretendard Variable" pitchFamily="34" charset="0"/>
                <a:ea typeface="Pretendard Variable" pitchFamily="34" charset="-122"/>
                <a:cs typeface="Pretendard Variable" pitchFamily="34" charset="-120"/>
              </a:rPr>
              <a:t>AI 도움 가능</a:t>
            </a:r>
            <a:endParaRPr lang="en-US" sz="1600" dirty="0"/>
          </a:p>
        </p:txBody>
      </p:sp>
      <p:sp>
        <p:nvSpPr>
          <p:cNvPr id="8" name="Shape 6"/>
          <p:cNvSpPr/>
          <p:nvPr/>
        </p:nvSpPr>
        <p:spPr>
          <a:xfrm>
            <a:off x="868680" y="3310128"/>
            <a:ext cx="3090672" cy="0"/>
          </a:xfrm>
          <a:prstGeom prst="line">
            <a:avLst/>
          </a:prstGeom>
          <a:noFill/>
          <a:ln w="10160">
            <a:solidFill>
              <a:srgbClr val="DEDCD6"/>
            </a:solidFill>
            <a:prstDash val="solid"/>
          </a:ln>
        </p:spPr>
      </p:sp>
      <p:sp>
        <p:nvSpPr>
          <p:cNvPr id="9" name="Text 7"/>
          <p:cNvSpPr/>
          <p:nvPr/>
        </p:nvSpPr>
        <p:spPr>
          <a:xfrm>
            <a:off x="868680" y="3584448"/>
            <a:ext cx="3063240" cy="1371600"/>
          </a:xfrm>
          <a:prstGeom prst="rect">
            <a:avLst/>
          </a:prstGeom>
          <a:noFill/>
          <a:ln/>
        </p:spPr>
        <p:txBody>
          <a:bodyPr wrap="square" lIns="0" tIns="0" rIns="0" bIns="0" rtlCol="0" anchor="ctr">
            <a:normAutofit/>
          </a:bodyPr>
          <a:lstStyle/>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자료 정리</a:t>
            </a:r>
            <a:endParaRPr lang="en-US" sz="1250" dirty="0"/>
          </a:p>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초안 작성</a:t>
            </a:r>
            <a:endParaRPr lang="en-US" sz="1250" dirty="0"/>
          </a:p>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문의 분류</a:t>
            </a:r>
            <a:endParaRPr lang="en-US" sz="1250" dirty="0"/>
          </a:p>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화면 구현</a:t>
            </a:r>
            <a:endParaRPr lang="en-US" sz="1250" dirty="0"/>
          </a:p>
        </p:txBody>
      </p:sp>
      <p:sp>
        <p:nvSpPr>
          <p:cNvPr id="10" name="Shape 8"/>
          <p:cNvSpPr/>
          <p:nvPr/>
        </p:nvSpPr>
        <p:spPr>
          <a:xfrm>
            <a:off x="4251960" y="2487168"/>
            <a:ext cx="0" cy="2633472"/>
          </a:xfrm>
          <a:prstGeom prst="line">
            <a:avLst/>
          </a:prstGeom>
          <a:noFill/>
          <a:ln w="8890">
            <a:solidFill>
              <a:srgbClr val="DEDCD6"/>
            </a:solidFill>
            <a:prstDash val="solid"/>
          </a:ln>
        </p:spPr>
      </p:sp>
      <p:sp>
        <p:nvSpPr>
          <p:cNvPr id="11" name="Text 9"/>
          <p:cNvSpPr/>
          <p:nvPr/>
        </p:nvSpPr>
        <p:spPr>
          <a:xfrm>
            <a:off x="4572000" y="2542032"/>
            <a:ext cx="1920240" cy="164592"/>
          </a:xfrm>
          <a:prstGeom prst="rect">
            <a:avLst/>
          </a:prstGeom>
          <a:noFill/>
          <a:ln/>
        </p:spPr>
        <p:txBody>
          <a:bodyPr wrap="square" lIns="0" tIns="0" rIns="0" bIns="0" rtlCol="0" anchor="ctr"/>
          <a:lstStyle/>
          <a:p>
            <a:pPr indent="0" marL="0">
              <a:buNone/>
            </a:pPr>
            <a:r>
              <a:rPr lang="en-US" sz="800" b="1" spc="80" kern="0" dirty="0">
                <a:solidFill>
                  <a:srgbClr val="2340FF"/>
                </a:solidFill>
                <a:latin typeface="Space Grotesk" pitchFamily="34" charset="0"/>
                <a:ea typeface="Space Grotesk" pitchFamily="34" charset="-122"/>
                <a:cs typeface="Space Grotesk" pitchFamily="34" charset="-120"/>
              </a:rPr>
              <a:t>HUMAN CHECK</a:t>
            </a:r>
            <a:endParaRPr lang="en-US" sz="800" dirty="0"/>
          </a:p>
        </p:txBody>
      </p:sp>
      <p:sp>
        <p:nvSpPr>
          <p:cNvPr id="12" name="Text 10"/>
          <p:cNvSpPr/>
          <p:nvPr/>
        </p:nvSpPr>
        <p:spPr>
          <a:xfrm>
            <a:off x="4572000" y="2852928"/>
            <a:ext cx="2999232" cy="310896"/>
          </a:xfrm>
          <a:prstGeom prst="rect">
            <a:avLst/>
          </a:prstGeom>
          <a:noFill/>
          <a:ln/>
        </p:spPr>
        <p:txBody>
          <a:bodyPr wrap="square" lIns="0" tIns="0" rIns="0" bIns="0" rtlCol="0" anchor="ctr"/>
          <a:lstStyle/>
          <a:p>
            <a:pPr indent="0" marL="0">
              <a:buNone/>
            </a:pPr>
            <a:r>
              <a:rPr lang="en-US" sz="1600" b="1" dirty="0">
                <a:solidFill>
                  <a:srgbClr val="2340FF"/>
                </a:solidFill>
                <a:latin typeface="Pretendard Variable" pitchFamily="34" charset="0"/>
                <a:ea typeface="Pretendard Variable" pitchFamily="34" charset="-122"/>
                <a:cs typeface="Pretendard Variable" pitchFamily="34" charset="-120"/>
              </a:rPr>
              <a:t>사람의 검토</a:t>
            </a:r>
            <a:endParaRPr lang="en-US" sz="1600" dirty="0"/>
          </a:p>
        </p:txBody>
      </p:sp>
      <p:sp>
        <p:nvSpPr>
          <p:cNvPr id="13" name="Shape 11"/>
          <p:cNvSpPr/>
          <p:nvPr/>
        </p:nvSpPr>
        <p:spPr>
          <a:xfrm>
            <a:off x="4572000" y="3310128"/>
            <a:ext cx="3090672" cy="0"/>
          </a:xfrm>
          <a:prstGeom prst="line">
            <a:avLst/>
          </a:prstGeom>
          <a:noFill/>
          <a:ln w="17145">
            <a:solidFill>
              <a:srgbClr val="2340FF"/>
            </a:solidFill>
            <a:prstDash val="solid"/>
          </a:ln>
        </p:spPr>
      </p:sp>
      <p:sp>
        <p:nvSpPr>
          <p:cNvPr id="14" name="Text 12"/>
          <p:cNvSpPr/>
          <p:nvPr/>
        </p:nvSpPr>
        <p:spPr>
          <a:xfrm>
            <a:off x="4572000" y="3584448"/>
            <a:ext cx="3063240" cy="1371600"/>
          </a:xfrm>
          <a:prstGeom prst="rect">
            <a:avLst/>
          </a:prstGeom>
          <a:noFill/>
          <a:ln/>
        </p:spPr>
        <p:txBody>
          <a:bodyPr wrap="square" lIns="0" tIns="0" rIns="0" bIns="0" rtlCol="0" anchor="ctr">
            <a:normAutofit/>
          </a:bodyPr>
          <a:lstStyle/>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계산·동작 테스트</a:t>
            </a:r>
            <a:endParaRPr lang="en-US" sz="1250" dirty="0"/>
          </a:p>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원본과 결과 비교</a:t>
            </a:r>
            <a:endParaRPr lang="en-US" sz="1250" dirty="0"/>
          </a:p>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오류·누락 확인</a:t>
            </a:r>
            <a:endParaRPr lang="en-US" sz="1250" dirty="0"/>
          </a:p>
        </p:txBody>
      </p:sp>
      <p:sp>
        <p:nvSpPr>
          <p:cNvPr id="15" name="Shape 13"/>
          <p:cNvSpPr/>
          <p:nvPr/>
        </p:nvSpPr>
        <p:spPr>
          <a:xfrm>
            <a:off x="7955280" y="2487168"/>
            <a:ext cx="0" cy="2633472"/>
          </a:xfrm>
          <a:prstGeom prst="line">
            <a:avLst/>
          </a:prstGeom>
          <a:noFill/>
          <a:ln w="8890">
            <a:solidFill>
              <a:srgbClr val="DEDCD6"/>
            </a:solidFill>
            <a:prstDash val="solid"/>
          </a:ln>
        </p:spPr>
      </p:sp>
      <p:sp>
        <p:nvSpPr>
          <p:cNvPr id="16" name="Text 14"/>
          <p:cNvSpPr/>
          <p:nvPr/>
        </p:nvSpPr>
        <p:spPr>
          <a:xfrm>
            <a:off x="8275320" y="2542032"/>
            <a:ext cx="1920240" cy="164592"/>
          </a:xfrm>
          <a:prstGeom prst="rect">
            <a:avLst/>
          </a:prstGeom>
          <a:noFill/>
          <a:ln/>
        </p:spPr>
        <p:txBody>
          <a:bodyPr wrap="square" lIns="0" tIns="0" rIns="0" bIns="0" rtlCol="0" anchor="ctr"/>
          <a:lstStyle/>
          <a:p>
            <a:pPr indent="0" marL="0">
              <a:buNone/>
            </a:pPr>
            <a:r>
              <a:rPr lang="en-US" sz="800" b="1" spc="80" kern="0" dirty="0">
                <a:solidFill>
                  <a:srgbClr val="9A9AA4"/>
                </a:solidFill>
                <a:latin typeface="Space Grotesk" pitchFamily="34" charset="0"/>
                <a:ea typeface="Space Grotesk" pitchFamily="34" charset="-122"/>
                <a:cs typeface="Space Grotesk" pitchFamily="34" charset="-120"/>
              </a:rPr>
              <a:t>OWNER DECIDES</a:t>
            </a:r>
            <a:endParaRPr lang="en-US" sz="800" dirty="0"/>
          </a:p>
        </p:txBody>
      </p:sp>
      <p:sp>
        <p:nvSpPr>
          <p:cNvPr id="17" name="Text 15"/>
          <p:cNvSpPr/>
          <p:nvPr/>
        </p:nvSpPr>
        <p:spPr>
          <a:xfrm>
            <a:off x="8275320" y="2852928"/>
            <a:ext cx="2999232" cy="310896"/>
          </a:xfrm>
          <a:prstGeom prst="rect">
            <a:avLst/>
          </a:prstGeom>
          <a:noFill/>
          <a:ln/>
        </p:spPr>
        <p:txBody>
          <a:bodyPr wrap="square" lIns="0" tIns="0" rIns="0" bIns="0" rtlCol="0" anchor="ctr"/>
          <a:lstStyle/>
          <a:p>
            <a:pPr indent="0" marL="0">
              <a:buNone/>
            </a:pPr>
            <a:r>
              <a:rPr lang="en-US" sz="1600" b="1" dirty="0">
                <a:solidFill>
                  <a:srgbClr val="101014"/>
                </a:solidFill>
                <a:latin typeface="Pretendard Variable" pitchFamily="34" charset="0"/>
                <a:ea typeface="Pretendard Variable" pitchFamily="34" charset="-122"/>
                <a:cs typeface="Pretendard Variable" pitchFamily="34" charset="-120"/>
              </a:rPr>
              <a:t>사업자의 판단</a:t>
            </a:r>
            <a:endParaRPr lang="en-US" sz="1600" dirty="0"/>
          </a:p>
        </p:txBody>
      </p:sp>
      <p:sp>
        <p:nvSpPr>
          <p:cNvPr id="18" name="Shape 16"/>
          <p:cNvSpPr/>
          <p:nvPr/>
        </p:nvSpPr>
        <p:spPr>
          <a:xfrm>
            <a:off x="8275320" y="3310128"/>
            <a:ext cx="3090672" cy="0"/>
          </a:xfrm>
          <a:prstGeom prst="line">
            <a:avLst/>
          </a:prstGeom>
          <a:noFill/>
          <a:ln w="10160">
            <a:solidFill>
              <a:srgbClr val="DEDCD6"/>
            </a:solidFill>
            <a:prstDash val="solid"/>
          </a:ln>
        </p:spPr>
      </p:sp>
      <p:sp>
        <p:nvSpPr>
          <p:cNvPr id="19" name="Text 17"/>
          <p:cNvSpPr/>
          <p:nvPr/>
        </p:nvSpPr>
        <p:spPr>
          <a:xfrm>
            <a:off x="8275320" y="3584448"/>
            <a:ext cx="3063240" cy="1371600"/>
          </a:xfrm>
          <a:prstGeom prst="rect">
            <a:avLst/>
          </a:prstGeom>
          <a:noFill/>
          <a:ln/>
        </p:spPr>
        <p:txBody>
          <a:bodyPr wrap="square" lIns="0" tIns="0" rIns="0" bIns="0" rtlCol="0" anchor="ctr">
            <a:normAutofit/>
          </a:bodyPr>
          <a:lstStyle/>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가격 결정</a:t>
            </a:r>
            <a:endParaRPr lang="en-US" sz="1250" dirty="0"/>
          </a:p>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고객과의 약속</a:t>
            </a:r>
            <a:endParaRPr lang="en-US" sz="1250" dirty="0"/>
          </a:p>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개인정보</a:t>
            </a:r>
            <a:endParaRPr lang="en-US" sz="1250" dirty="0"/>
          </a:p>
          <a:p>
            <a:pPr indent="0" marL="0">
              <a:lnSpc>
                <a:spcPct val="108000"/>
              </a:lnSpc>
              <a:buNone/>
            </a:pPr>
            <a:r>
              <a:rPr lang="en-US" sz="1250" dirty="0">
                <a:solidFill>
                  <a:srgbClr val="4A4A52"/>
                </a:solidFill>
                <a:latin typeface="Pretendard Variable" pitchFamily="34" charset="0"/>
                <a:ea typeface="Pretendard Variable" pitchFamily="34" charset="-122"/>
                <a:cs typeface="Pretendard Variable" pitchFamily="34" charset="-120"/>
              </a:rPr>
              <a:t>예외 상황</a:t>
            </a:r>
            <a:endParaRPr lang="en-US" sz="1250" dirty="0"/>
          </a:p>
        </p:txBody>
      </p:sp>
      <p:sp>
        <p:nvSpPr>
          <p:cNvPr id="20" name="Shape 18"/>
          <p:cNvSpPr/>
          <p:nvPr/>
        </p:nvSpPr>
        <p:spPr>
          <a:xfrm>
            <a:off x="868680" y="5340096"/>
            <a:ext cx="25603" cy="310896"/>
          </a:xfrm>
          <a:prstGeom prst="rect">
            <a:avLst/>
          </a:prstGeom>
          <a:solidFill>
            <a:srgbClr val="2340FF"/>
          </a:solidFill>
          <a:ln w="12700">
            <a:solidFill>
              <a:srgbClr val="2340FF">
                <a:alpha val="0"/>
              </a:srgbClr>
            </a:solidFill>
            <a:prstDash val="solid"/>
          </a:ln>
        </p:spPr>
      </p:sp>
      <p:sp>
        <p:nvSpPr>
          <p:cNvPr id="21" name="Text 19"/>
          <p:cNvSpPr/>
          <p:nvPr/>
        </p:nvSpPr>
        <p:spPr>
          <a:xfrm>
            <a:off x="1051560" y="5276088"/>
            <a:ext cx="5943600" cy="420624"/>
          </a:xfrm>
          <a:prstGeom prst="rect">
            <a:avLst/>
          </a:prstGeom>
          <a:noFill/>
          <a:ln/>
        </p:spPr>
        <p:txBody>
          <a:bodyPr wrap="square" lIns="0" tIns="0" rIns="0" bIns="0" rtlCol="0" anchor="ctr"/>
          <a:lstStyle/>
          <a:p>
            <a:pPr indent="0" marL="0">
              <a:buNone/>
            </a:pPr>
            <a:r>
              <a:rPr lang="en-US" sz="1550" b="1" dirty="0">
                <a:solidFill>
                  <a:srgbClr val="101014"/>
                </a:solidFill>
                <a:latin typeface="Pretendard Variable" pitchFamily="34" charset="0"/>
                <a:ea typeface="Pretendard Variable" pitchFamily="34" charset="-122"/>
                <a:cs typeface="Pretendard Variable" pitchFamily="34" charset="-120"/>
              </a:rPr>
              <a:t>AI 결과물은 테스트 사례와 실제 자료로 확인한다</a:t>
            </a:r>
            <a:endParaRPr lang="en-US" sz="1550" dirty="0"/>
          </a:p>
        </p:txBody>
      </p:sp>
      <p:sp>
        <p:nvSpPr>
          <p:cNvPr id="22" name="Text 20"/>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B4B0A6"/>
                </a:solidFill>
                <a:latin typeface="Space Grotesk" pitchFamily="34" charset="0"/>
                <a:ea typeface="Space Grotesk" pitchFamily="34" charset="-122"/>
                <a:cs typeface="Space Grotesk" pitchFamily="34" charset="-120"/>
              </a:rPr>
              <a:t>Biadone · 06 AI and Human Boundary</a:t>
            </a:r>
            <a:endParaRPr lang="en-US" sz="680" dirty="0"/>
          </a:p>
        </p:txBody>
      </p:sp>
      <p:sp>
        <p:nvSpPr>
          <p:cNvPr id="23" name="Text 21"/>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B4B0A6"/>
                </a:solidFill>
                <a:latin typeface="Space Grotesk" pitchFamily="34" charset="0"/>
                <a:ea typeface="Space Grotesk" pitchFamily="34" charset="-122"/>
                <a:cs typeface="Space Grotesk" pitchFamily="34" charset="-120"/>
              </a:rPr>
              <a:t>07 / 10</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2340FF"/>
                </a:solidFill>
                <a:latin typeface="Space Grotesk" pitchFamily="34" charset="0"/>
                <a:ea typeface="Space Grotesk" pitchFamily="34" charset="-122"/>
                <a:cs typeface="Space Grotesk" pitchFamily="34" charset="-120"/>
              </a:rPr>
              <a:t>07 / BUILD OR BUY</a:t>
            </a:r>
            <a:endParaRPr lang="en-US" sz="850" dirty="0"/>
          </a:p>
        </p:txBody>
      </p:sp>
      <p:sp>
        <p:nvSpPr>
          <p:cNvPr id="3" name="Shape 1"/>
          <p:cNvSpPr/>
          <p:nvPr/>
        </p:nvSpPr>
        <p:spPr>
          <a:xfrm>
            <a:off x="685800" y="649224"/>
            <a:ext cx="10817352" cy="0"/>
          </a:xfrm>
          <a:prstGeom prst="line">
            <a:avLst/>
          </a:prstGeom>
          <a:noFill/>
          <a:ln w="8890">
            <a:solidFill>
              <a:srgbClr val="DEDCD6"/>
            </a:solidFill>
            <a:prstDash val="solid"/>
          </a:ln>
        </p:spPr>
      </p:sp>
      <p:sp>
        <p:nvSpPr>
          <p:cNvPr id="4" name="Text 2"/>
          <p:cNvSpPr/>
          <p:nvPr/>
        </p:nvSpPr>
        <p:spPr>
          <a:xfrm>
            <a:off x="868680" y="941832"/>
            <a:ext cx="6949440" cy="868680"/>
          </a:xfrm>
          <a:prstGeom prst="rect">
            <a:avLst/>
          </a:prstGeom>
          <a:noFill/>
          <a:ln/>
        </p:spPr>
        <p:txBody>
          <a:bodyPr wrap="square" lIns="0" tIns="0" rIns="0" bIns="0" rtlCol="0" anchor="ctr">
            <a:normAutofit/>
          </a:bodyPr>
          <a:lstStyle/>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정답 대신 비교 기준을 제공</a:t>
            </a:r>
            <a:endParaRPr lang="en-US" sz="2700" dirty="0"/>
          </a:p>
        </p:txBody>
      </p:sp>
      <p:sp>
        <p:nvSpPr>
          <p:cNvPr id="5" name="Text 3"/>
          <p:cNvSpPr/>
          <p:nvPr/>
        </p:nvSpPr>
        <p:spPr>
          <a:xfrm>
            <a:off x="868680" y="1901952"/>
            <a:ext cx="6949440" cy="320040"/>
          </a:xfrm>
          <a:prstGeom prst="rect">
            <a:avLst/>
          </a:prstGeom>
          <a:noFill/>
          <a:ln/>
        </p:spPr>
        <p:txBody>
          <a:bodyPr wrap="square" lIns="0" tIns="0" rIns="0" bIns="0" rtlCol="0" anchor="ctr">
            <a:normAutofit/>
          </a:bodyPr>
          <a:lstStyle/>
          <a:p>
            <a:pPr indent="0" marL="0">
              <a:buNone/>
            </a:pPr>
            <a:r>
              <a:rPr lang="en-US" sz="1050" dirty="0">
                <a:solidFill>
                  <a:srgbClr val="9A9AA4"/>
                </a:solidFill>
                <a:latin typeface="Pretendard Variable" pitchFamily="34" charset="0"/>
                <a:ea typeface="Pretendard Variable" pitchFamily="34" charset="-122"/>
                <a:cs typeface="Pretendard Variable" pitchFamily="34" charset="-120"/>
              </a:rPr>
              <a:t>기존 서비스 사용 vs 필요한 기능 직접 제작</a:t>
            </a:r>
            <a:endParaRPr lang="en-US" sz="1050" dirty="0"/>
          </a:p>
        </p:txBody>
      </p:sp>
      <p:sp>
        <p:nvSpPr>
          <p:cNvPr id="6" name="Text 4"/>
          <p:cNvSpPr/>
          <p:nvPr/>
        </p:nvSpPr>
        <p:spPr>
          <a:xfrm>
            <a:off x="868680" y="2267712"/>
            <a:ext cx="1417320" cy="438912"/>
          </a:xfrm>
          <a:prstGeom prst="rect">
            <a:avLst/>
          </a:prstGeom>
          <a:noFill/>
          <a:ln/>
        </p:spPr>
        <p:txBody>
          <a:bodyPr wrap="square" lIns="0" tIns="0" rIns="0" bIns="0" rtlCol="0" anchor="ctr"/>
          <a:lstStyle/>
          <a:p>
            <a:pPr algn="l" indent="0" marL="0">
              <a:buNone/>
            </a:pPr>
            <a:r>
              <a:rPr lang="en-US" sz="1050" b="1" dirty="0">
                <a:solidFill>
                  <a:srgbClr val="4A4A52"/>
                </a:solidFill>
                <a:latin typeface="Pretendard Variable" pitchFamily="34" charset="0"/>
                <a:ea typeface="Pretendard Variable" pitchFamily="34" charset="-122"/>
                <a:cs typeface="Pretendard Variable" pitchFamily="34" charset="-120"/>
              </a:rPr>
              <a:t>기준</a:t>
            </a:r>
            <a:endParaRPr lang="en-US" sz="1050" dirty="0"/>
          </a:p>
        </p:txBody>
      </p:sp>
      <p:sp>
        <p:nvSpPr>
          <p:cNvPr id="7" name="Text 5"/>
          <p:cNvSpPr/>
          <p:nvPr/>
        </p:nvSpPr>
        <p:spPr>
          <a:xfrm>
            <a:off x="2286000" y="2267712"/>
            <a:ext cx="3383280" cy="438912"/>
          </a:xfrm>
          <a:prstGeom prst="rect">
            <a:avLst/>
          </a:prstGeom>
          <a:noFill/>
          <a:ln/>
        </p:spPr>
        <p:txBody>
          <a:bodyPr wrap="square" lIns="0" tIns="0" rIns="0" bIns="0" rtlCol="0" anchor="ctr"/>
          <a:lstStyle/>
          <a:p>
            <a:pPr algn="ctr" indent="0" marL="0">
              <a:buNone/>
            </a:pPr>
            <a:r>
              <a:rPr lang="en-US" sz="1050" b="1" dirty="0">
                <a:solidFill>
                  <a:srgbClr val="4A4A52"/>
                </a:solidFill>
                <a:latin typeface="Pretendard Variable" pitchFamily="34" charset="0"/>
                <a:ea typeface="Pretendard Variable" pitchFamily="34" charset="-122"/>
                <a:cs typeface="Pretendard Variable" pitchFamily="34" charset="-120"/>
              </a:rPr>
              <a:t>기존 서비스 사용</a:t>
            </a:r>
            <a:endParaRPr lang="en-US" sz="1050" dirty="0"/>
          </a:p>
        </p:txBody>
      </p:sp>
      <p:sp>
        <p:nvSpPr>
          <p:cNvPr id="8" name="Text 6"/>
          <p:cNvSpPr/>
          <p:nvPr/>
        </p:nvSpPr>
        <p:spPr>
          <a:xfrm>
            <a:off x="5669280" y="2267712"/>
            <a:ext cx="3383280" cy="438912"/>
          </a:xfrm>
          <a:prstGeom prst="rect">
            <a:avLst/>
          </a:prstGeom>
          <a:noFill/>
          <a:ln/>
        </p:spPr>
        <p:txBody>
          <a:bodyPr wrap="square" lIns="0" tIns="0" rIns="0" bIns="0" rtlCol="0" anchor="ctr"/>
          <a:lstStyle/>
          <a:p>
            <a:pPr algn="ctr" indent="0" marL="0">
              <a:buNone/>
            </a:pPr>
            <a:r>
              <a:rPr lang="en-US" sz="1050" b="1" dirty="0">
                <a:solidFill>
                  <a:srgbClr val="2340FF"/>
                </a:solidFill>
                <a:latin typeface="Pretendard Variable" pitchFamily="34" charset="0"/>
                <a:ea typeface="Pretendard Variable" pitchFamily="34" charset="-122"/>
                <a:cs typeface="Pretendard Variable" pitchFamily="34" charset="-120"/>
              </a:rPr>
              <a:t>직접 제작</a:t>
            </a:r>
            <a:endParaRPr lang="en-US" sz="1050" dirty="0"/>
          </a:p>
        </p:txBody>
      </p:sp>
      <p:sp>
        <p:nvSpPr>
          <p:cNvPr id="9" name="Shape 7"/>
          <p:cNvSpPr/>
          <p:nvPr/>
        </p:nvSpPr>
        <p:spPr>
          <a:xfrm>
            <a:off x="868680" y="2706624"/>
            <a:ext cx="8183880" cy="0"/>
          </a:xfrm>
          <a:prstGeom prst="line">
            <a:avLst/>
          </a:prstGeom>
          <a:noFill/>
          <a:ln w="8890">
            <a:solidFill>
              <a:srgbClr val="DEDCD6"/>
            </a:solidFill>
            <a:prstDash val="solid"/>
          </a:ln>
        </p:spPr>
      </p:sp>
      <p:sp>
        <p:nvSpPr>
          <p:cNvPr id="10" name="Text 8"/>
          <p:cNvSpPr/>
          <p:nvPr/>
        </p:nvSpPr>
        <p:spPr>
          <a:xfrm>
            <a:off x="868680" y="2761488"/>
            <a:ext cx="1417320" cy="493776"/>
          </a:xfrm>
          <a:prstGeom prst="rect">
            <a:avLst/>
          </a:prstGeom>
          <a:noFill/>
          <a:ln/>
        </p:spPr>
        <p:txBody>
          <a:bodyPr wrap="square" lIns="0" tIns="0" rIns="0" bIns="0" rtlCol="0" anchor="ctr">
            <a:normAutofit/>
          </a:bodyPr>
          <a:lstStyle/>
          <a:p>
            <a:pPr algn="l" indent="0" marL="0">
              <a:buNone/>
            </a:pPr>
            <a:r>
              <a:rPr lang="en-US" sz="1150" b="1" dirty="0">
                <a:solidFill>
                  <a:srgbClr val="4A4A52"/>
                </a:solidFill>
                <a:latin typeface="Pretendard Variable" pitchFamily="34" charset="0"/>
                <a:ea typeface="Pretendard Variable" pitchFamily="34" charset="-122"/>
                <a:cs typeface="Pretendard Variable" pitchFamily="34" charset="-120"/>
              </a:rPr>
              <a:t>비용</a:t>
            </a:r>
            <a:endParaRPr lang="en-US" sz="1150" dirty="0"/>
          </a:p>
        </p:txBody>
      </p:sp>
      <p:sp>
        <p:nvSpPr>
          <p:cNvPr id="11" name="Text 9"/>
          <p:cNvSpPr/>
          <p:nvPr/>
        </p:nvSpPr>
        <p:spPr>
          <a:xfrm>
            <a:off x="2286000" y="2761488"/>
            <a:ext cx="3383280" cy="493776"/>
          </a:xfrm>
          <a:prstGeom prst="rect">
            <a:avLst/>
          </a:prstGeom>
          <a:noFill/>
          <a:ln/>
        </p:spPr>
        <p:txBody>
          <a:bodyPr wrap="square" lIns="0" tIns="0" rIns="0" bIns="0" rtlCol="0" anchor="ctr">
            <a:normAutofit/>
          </a:bodyPr>
          <a:lstStyle/>
          <a:p>
            <a:pPr algn="ctr" indent="0" marL="0">
              <a:buNone/>
            </a:pPr>
            <a:r>
              <a:rPr lang="en-US" sz="1150" dirty="0">
                <a:solidFill>
                  <a:srgbClr val="4A4A52"/>
                </a:solidFill>
                <a:latin typeface="Pretendard Variable" pitchFamily="34" charset="0"/>
                <a:ea typeface="Pretendard Variable" pitchFamily="34" charset="-122"/>
                <a:cs typeface="Pretendard Variable" pitchFamily="34" charset="-120"/>
              </a:rPr>
              <a:t>구독료와 추가 옵션</a:t>
            </a:r>
            <a:endParaRPr lang="en-US" sz="1150" dirty="0"/>
          </a:p>
        </p:txBody>
      </p:sp>
      <p:sp>
        <p:nvSpPr>
          <p:cNvPr id="12" name="Text 10"/>
          <p:cNvSpPr/>
          <p:nvPr/>
        </p:nvSpPr>
        <p:spPr>
          <a:xfrm>
            <a:off x="5669280" y="2761488"/>
            <a:ext cx="3383280" cy="493776"/>
          </a:xfrm>
          <a:prstGeom prst="rect">
            <a:avLst/>
          </a:prstGeom>
          <a:noFill/>
          <a:ln/>
        </p:spPr>
        <p:txBody>
          <a:bodyPr wrap="square" lIns="0" tIns="0" rIns="0" bIns="0" rtlCol="0" anchor="ctr">
            <a:normAutofit/>
          </a:bodyPr>
          <a:lstStyle/>
          <a:p>
            <a:pPr algn="ctr" indent="0" marL="0">
              <a:buNone/>
            </a:pPr>
            <a:r>
              <a:rPr lang="en-US" sz="1150" dirty="0">
                <a:solidFill>
                  <a:srgbClr val="101014"/>
                </a:solidFill>
                <a:latin typeface="Pretendard Variable" pitchFamily="34" charset="0"/>
                <a:ea typeface="Pretendard Variable" pitchFamily="34" charset="-122"/>
                <a:cs typeface="Pretendard Variable" pitchFamily="34" charset="-120"/>
              </a:rPr>
              <a:t>제작 시간과 운영 비용</a:t>
            </a:r>
            <a:endParaRPr lang="en-US" sz="1150" dirty="0"/>
          </a:p>
        </p:txBody>
      </p:sp>
      <p:sp>
        <p:nvSpPr>
          <p:cNvPr id="13" name="Shape 11"/>
          <p:cNvSpPr/>
          <p:nvPr/>
        </p:nvSpPr>
        <p:spPr>
          <a:xfrm>
            <a:off x="868680" y="3291840"/>
            <a:ext cx="8183880" cy="0"/>
          </a:xfrm>
          <a:prstGeom prst="line">
            <a:avLst/>
          </a:prstGeom>
          <a:noFill/>
          <a:ln w="8890">
            <a:solidFill>
              <a:srgbClr val="DEDCD6"/>
            </a:solidFill>
            <a:prstDash val="solid"/>
          </a:ln>
        </p:spPr>
      </p:sp>
      <p:sp>
        <p:nvSpPr>
          <p:cNvPr id="14" name="Text 12"/>
          <p:cNvSpPr/>
          <p:nvPr/>
        </p:nvSpPr>
        <p:spPr>
          <a:xfrm>
            <a:off x="868680" y="3346704"/>
            <a:ext cx="1417320" cy="493776"/>
          </a:xfrm>
          <a:prstGeom prst="rect">
            <a:avLst/>
          </a:prstGeom>
          <a:noFill/>
          <a:ln/>
        </p:spPr>
        <p:txBody>
          <a:bodyPr wrap="square" lIns="0" tIns="0" rIns="0" bIns="0" rtlCol="0" anchor="ctr">
            <a:normAutofit/>
          </a:bodyPr>
          <a:lstStyle/>
          <a:p>
            <a:pPr algn="l" indent="0" marL="0">
              <a:buNone/>
            </a:pPr>
            <a:r>
              <a:rPr lang="en-US" sz="1150" b="1" dirty="0">
                <a:solidFill>
                  <a:srgbClr val="4A4A52"/>
                </a:solidFill>
                <a:latin typeface="Pretendard Variable" pitchFamily="34" charset="0"/>
                <a:ea typeface="Pretendard Variable" pitchFamily="34" charset="-122"/>
                <a:cs typeface="Pretendard Variable" pitchFamily="34" charset="-120"/>
              </a:rPr>
              <a:t>사용</a:t>
            </a:r>
            <a:endParaRPr lang="en-US" sz="1150" dirty="0"/>
          </a:p>
        </p:txBody>
      </p:sp>
      <p:sp>
        <p:nvSpPr>
          <p:cNvPr id="15" name="Text 13"/>
          <p:cNvSpPr/>
          <p:nvPr/>
        </p:nvSpPr>
        <p:spPr>
          <a:xfrm>
            <a:off x="2286000" y="3346704"/>
            <a:ext cx="3383280" cy="493776"/>
          </a:xfrm>
          <a:prstGeom prst="rect">
            <a:avLst/>
          </a:prstGeom>
          <a:noFill/>
          <a:ln/>
        </p:spPr>
        <p:txBody>
          <a:bodyPr wrap="square" lIns="0" tIns="0" rIns="0" bIns="0" rtlCol="0" anchor="ctr">
            <a:normAutofit/>
          </a:bodyPr>
          <a:lstStyle/>
          <a:p>
            <a:pPr algn="ctr" indent="0" marL="0">
              <a:buNone/>
            </a:pPr>
            <a:r>
              <a:rPr lang="en-US" sz="1150" dirty="0">
                <a:solidFill>
                  <a:srgbClr val="4A4A52"/>
                </a:solidFill>
                <a:latin typeface="Pretendard Variable" pitchFamily="34" charset="0"/>
                <a:ea typeface="Pretendard Variable" pitchFamily="34" charset="-122"/>
                <a:cs typeface="Pretendard Variable" pitchFamily="34" charset="-120"/>
              </a:rPr>
              <a:t>검증된 편의성과 안정성</a:t>
            </a:r>
            <a:endParaRPr lang="en-US" sz="1150" dirty="0"/>
          </a:p>
        </p:txBody>
      </p:sp>
      <p:sp>
        <p:nvSpPr>
          <p:cNvPr id="16" name="Text 14"/>
          <p:cNvSpPr/>
          <p:nvPr/>
        </p:nvSpPr>
        <p:spPr>
          <a:xfrm>
            <a:off x="5669280" y="3346704"/>
            <a:ext cx="3383280" cy="493776"/>
          </a:xfrm>
          <a:prstGeom prst="rect">
            <a:avLst/>
          </a:prstGeom>
          <a:noFill/>
          <a:ln/>
        </p:spPr>
        <p:txBody>
          <a:bodyPr wrap="square" lIns="0" tIns="0" rIns="0" bIns="0" rtlCol="0" anchor="ctr">
            <a:normAutofit/>
          </a:bodyPr>
          <a:lstStyle/>
          <a:p>
            <a:pPr algn="ctr" indent="0" marL="0">
              <a:buNone/>
            </a:pPr>
            <a:r>
              <a:rPr lang="en-US" sz="1150" dirty="0">
                <a:solidFill>
                  <a:srgbClr val="101014"/>
                </a:solidFill>
                <a:latin typeface="Pretendard Variable" pitchFamily="34" charset="0"/>
                <a:ea typeface="Pretendard Variable" pitchFamily="34" charset="-122"/>
                <a:cs typeface="Pretendard Variable" pitchFamily="34" charset="-120"/>
              </a:rPr>
              <a:t>필요한 기능만 구현</a:t>
            </a:r>
            <a:endParaRPr lang="en-US" sz="1150" dirty="0"/>
          </a:p>
        </p:txBody>
      </p:sp>
      <p:sp>
        <p:nvSpPr>
          <p:cNvPr id="17" name="Shape 15"/>
          <p:cNvSpPr/>
          <p:nvPr/>
        </p:nvSpPr>
        <p:spPr>
          <a:xfrm>
            <a:off x="868680" y="3877056"/>
            <a:ext cx="8183880" cy="0"/>
          </a:xfrm>
          <a:prstGeom prst="line">
            <a:avLst/>
          </a:prstGeom>
          <a:noFill/>
          <a:ln w="8890">
            <a:solidFill>
              <a:srgbClr val="DEDCD6"/>
            </a:solidFill>
            <a:prstDash val="solid"/>
          </a:ln>
        </p:spPr>
      </p:sp>
      <p:sp>
        <p:nvSpPr>
          <p:cNvPr id="18" name="Text 16"/>
          <p:cNvSpPr/>
          <p:nvPr/>
        </p:nvSpPr>
        <p:spPr>
          <a:xfrm>
            <a:off x="868680" y="3931920"/>
            <a:ext cx="1417320" cy="493776"/>
          </a:xfrm>
          <a:prstGeom prst="rect">
            <a:avLst/>
          </a:prstGeom>
          <a:noFill/>
          <a:ln/>
        </p:spPr>
        <p:txBody>
          <a:bodyPr wrap="square" lIns="0" tIns="0" rIns="0" bIns="0" rtlCol="0" anchor="ctr">
            <a:normAutofit/>
          </a:bodyPr>
          <a:lstStyle/>
          <a:p>
            <a:pPr algn="l" indent="0" marL="0">
              <a:buNone/>
            </a:pPr>
            <a:r>
              <a:rPr lang="en-US" sz="1150" b="1" dirty="0">
                <a:solidFill>
                  <a:srgbClr val="4A4A52"/>
                </a:solidFill>
                <a:latin typeface="Pretendard Variable" pitchFamily="34" charset="0"/>
                <a:ea typeface="Pretendard Variable" pitchFamily="34" charset="-122"/>
                <a:cs typeface="Pretendard Variable" pitchFamily="34" charset="-120"/>
              </a:rPr>
              <a:t>이후</a:t>
            </a:r>
            <a:endParaRPr lang="en-US" sz="1150" dirty="0"/>
          </a:p>
        </p:txBody>
      </p:sp>
      <p:sp>
        <p:nvSpPr>
          <p:cNvPr id="19" name="Text 17"/>
          <p:cNvSpPr/>
          <p:nvPr/>
        </p:nvSpPr>
        <p:spPr>
          <a:xfrm>
            <a:off x="2286000" y="3931920"/>
            <a:ext cx="3383280" cy="493776"/>
          </a:xfrm>
          <a:prstGeom prst="rect">
            <a:avLst/>
          </a:prstGeom>
          <a:noFill/>
          <a:ln/>
        </p:spPr>
        <p:txBody>
          <a:bodyPr wrap="square" lIns="0" tIns="0" rIns="0" bIns="0" rtlCol="0" anchor="ctr">
            <a:normAutofit/>
          </a:bodyPr>
          <a:lstStyle/>
          <a:p>
            <a:pPr algn="ctr" indent="0" marL="0">
              <a:buNone/>
            </a:pPr>
            <a:r>
              <a:rPr lang="en-US" sz="1150" dirty="0">
                <a:solidFill>
                  <a:srgbClr val="4A4A52"/>
                </a:solidFill>
                <a:latin typeface="Pretendard Variable" pitchFamily="34" charset="0"/>
                <a:ea typeface="Pretendard Variable" pitchFamily="34" charset="-122"/>
                <a:cs typeface="Pretendard Variable" pitchFamily="34" charset="-120"/>
              </a:rPr>
              <a:t>지속적인 구독 유지</a:t>
            </a:r>
            <a:endParaRPr lang="en-US" sz="1150" dirty="0"/>
          </a:p>
        </p:txBody>
      </p:sp>
      <p:sp>
        <p:nvSpPr>
          <p:cNvPr id="20" name="Text 18"/>
          <p:cNvSpPr/>
          <p:nvPr/>
        </p:nvSpPr>
        <p:spPr>
          <a:xfrm>
            <a:off x="5669280" y="3931920"/>
            <a:ext cx="3383280" cy="493776"/>
          </a:xfrm>
          <a:prstGeom prst="rect">
            <a:avLst/>
          </a:prstGeom>
          <a:noFill/>
          <a:ln/>
        </p:spPr>
        <p:txBody>
          <a:bodyPr wrap="square" lIns="0" tIns="0" rIns="0" bIns="0" rtlCol="0" anchor="ctr">
            <a:normAutofit/>
          </a:bodyPr>
          <a:lstStyle/>
          <a:p>
            <a:pPr algn="ctr" indent="0" marL="0">
              <a:buNone/>
            </a:pPr>
            <a:r>
              <a:rPr lang="en-US" sz="1150" dirty="0">
                <a:solidFill>
                  <a:srgbClr val="101014"/>
                </a:solidFill>
                <a:latin typeface="Pretendard Variable" pitchFamily="34" charset="0"/>
                <a:ea typeface="Pretendard Variable" pitchFamily="34" charset="-122"/>
                <a:cs typeface="Pretendard Variable" pitchFamily="34" charset="-120"/>
              </a:rPr>
              <a:t>테스트와 유지 관리</a:t>
            </a:r>
            <a:endParaRPr lang="en-US" sz="1150" dirty="0"/>
          </a:p>
        </p:txBody>
      </p:sp>
      <p:sp>
        <p:nvSpPr>
          <p:cNvPr id="21" name="Shape 19"/>
          <p:cNvSpPr/>
          <p:nvPr/>
        </p:nvSpPr>
        <p:spPr>
          <a:xfrm>
            <a:off x="868680" y="4462272"/>
            <a:ext cx="8183880" cy="0"/>
          </a:xfrm>
          <a:prstGeom prst="line">
            <a:avLst/>
          </a:prstGeom>
          <a:noFill/>
          <a:ln w="8890">
            <a:solidFill>
              <a:srgbClr val="DEDCD6"/>
            </a:solidFill>
            <a:prstDash val="solid"/>
          </a:ln>
        </p:spPr>
      </p:sp>
      <p:sp>
        <p:nvSpPr>
          <p:cNvPr id="22" name="Shape 20"/>
          <p:cNvSpPr/>
          <p:nvPr/>
        </p:nvSpPr>
        <p:spPr>
          <a:xfrm>
            <a:off x="9326880" y="2212848"/>
            <a:ext cx="0" cy="2423160"/>
          </a:xfrm>
          <a:prstGeom prst="line">
            <a:avLst/>
          </a:prstGeom>
          <a:noFill/>
          <a:ln w="10160">
            <a:solidFill>
              <a:srgbClr val="DEDCD6"/>
            </a:solidFill>
            <a:prstDash val="solid"/>
          </a:ln>
        </p:spPr>
      </p:sp>
      <p:sp>
        <p:nvSpPr>
          <p:cNvPr id="23" name="Text 21"/>
          <p:cNvSpPr/>
          <p:nvPr/>
        </p:nvSpPr>
        <p:spPr>
          <a:xfrm>
            <a:off x="9646920" y="2322576"/>
            <a:ext cx="1371600" cy="164592"/>
          </a:xfrm>
          <a:prstGeom prst="rect">
            <a:avLst/>
          </a:prstGeom>
          <a:noFill/>
          <a:ln/>
        </p:spPr>
        <p:txBody>
          <a:bodyPr wrap="square" lIns="0" tIns="0" rIns="0" bIns="0" rtlCol="0" anchor="ctr"/>
          <a:lstStyle/>
          <a:p>
            <a:pPr indent="0" marL="0">
              <a:buNone/>
            </a:pPr>
            <a:r>
              <a:rPr lang="en-US" sz="800" b="1" spc="80" kern="0" dirty="0">
                <a:solidFill>
                  <a:srgbClr val="9A9AA4"/>
                </a:solidFill>
                <a:latin typeface="Space Grotesk" pitchFamily="34" charset="0"/>
                <a:ea typeface="Space Grotesk" pitchFamily="34" charset="-122"/>
                <a:cs typeface="Space Grotesk" pitchFamily="34" charset="-120"/>
              </a:rPr>
              <a:t>THE GOAL</a:t>
            </a:r>
            <a:endParaRPr lang="en-US" sz="800" dirty="0"/>
          </a:p>
        </p:txBody>
      </p:sp>
      <p:sp>
        <p:nvSpPr>
          <p:cNvPr id="24" name="Text 22"/>
          <p:cNvSpPr/>
          <p:nvPr/>
        </p:nvSpPr>
        <p:spPr>
          <a:xfrm>
            <a:off x="9646920" y="2670048"/>
            <a:ext cx="1691640" cy="841248"/>
          </a:xfrm>
          <a:prstGeom prst="rect">
            <a:avLst/>
          </a:prstGeom>
          <a:noFill/>
          <a:ln/>
        </p:spPr>
        <p:txBody>
          <a:bodyPr wrap="square" lIns="0" tIns="0" rIns="0" bIns="0" rtlCol="0" anchor="ctr">
            <a:normAutofit/>
          </a:bodyPr>
          <a:lstStyle/>
          <a:p>
            <a:pPr indent="0" marL="0">
              <a:buNone/>
            </a:pPr>
            <a:r>
              <a:rPr lang="en-US" sz="1600" b="1" dirty="0">
                <a:solidFill>
                  <a:srgbClr val="101014"/>
                </a:solidFill>
                <a:latin typeface="Pretendard Variable" pitchFamily="34" charset="0"/>
                <a:ea typeface="Pretendard Variable" pitchFamily="34" charset="-122"/>
                <a:cs typeface="Pretendard Variable" pitchFamily="34" charset="-120"/>
              </a:rPr>
              <a:t>어느 쪽을</a:t>
            </a:r>
            <a:endParaRPr lang="en-US" sz="1600" dirty="0"/>
          </a:p>
          <a:p>
            <a:pPr indent="0" marL="0">
              <a:buNone/>
            </a:pPr>
            <a:r>
              <a:rPr lang="en-US" sz="1600" b="1" dirty="0">
                <a:solidFill>
                  <a:srgbClr val="101014"/>
                </a:solidFill>
                <a:latin typeface="Pretendard Variable" pitchFamily="34" charset="0"/>
                <a:ea typeface="Pretendard Variable" pitchFamily="34" charset="-122"/>
                <a:cs typeface="Pretendard Variable" pitchFamily="34" charset="-120"/>
              </a:rPr>
              <a:t>팔기 위한 비교가 아님</a:t>
            </a:r>
            <a:endParaRPr lang="en-US" sz="1600" dirty="0"/>
          </a:p>
        </p:txBody>
      </p:sp>
      <p:sp>
        <p:nvSpPr>
          <p:cNvPr id="25" name="Text 23"/>
          <p:cNvSpPr/>
          <p:nvPr/>
        </p:nvSpPr>
        <p:spPr>
          <a:xfrm>
            <a:off x="9646920" y="3840480"/>
            <a:ext cx="1691640" cy="786384"/>
          </a:xfrm>
          <a:prstGeom prst="rect">
            <a:avLst/>
          </a:prstGeom>
          <a:noFill/>
          <a:ln/>
        </p:spPr>
        <p:txBody>
          <a:bodyPr wrap="square" lIns="0" tIns="0" rIns="0" bIns="0" rtlCol="0" anchor="ctr">
            <a:normAutofit/>
          </a:bodyPr>
          <a:lstStyle/>
          <a:p>
            <a:pPr indent="0" marL="0">
              <a:buNone/>
            </a:pPr>
            <a:r>
              <a:rPr lang="en-US" sz="1100" dirty="0">
                <a:solidFill>
                  <a:srgbClr val="6E6E7A"/>
                </a:solidFill>
                <a:latin typeface="Pretendard Variable" pitchFamily="34" charset="0"/>
                <a:ea typeface="Pretendard Variable" pitchFamily="34" charset="-122"/>
                <a:cs typeface="Pretendard Variable" pitchFamily="34" charset="-120"/>
              </a:rPr>
              <a:t>내 상황에 맞는</a:t>
            </a:r>
            <a:endParaRPr lang="en-US" sz="1100" dirty="0"/>
          </a:p>
          <a:p>
            <a:pPr indent="0" marL="0">
              <a:buNone/>
            </a:pPr>
            <a:r>
              <a:rPr lang="en-US" sz="1100" dirty="0">
                <a:solidFill>
                  <a:srgbClr val="6E6E7A"/>
                </a:solidFill>
                <a:latin typeface="Pretendard Variable" pitchFamily="34" charset="0"/>
                <a:ea typeface="Pretendard Variable" pitchFamily="34" charset="-122"/>
                <a:cs typeface="Pretendard Variable" pitchFamily="34" charset="-120"/>
              </a:rPr>
              <a:t>방법을 선택하는 것이 목적</a:t>
            </a:r>
            <a:endParaRPr lang="en-US" sz="1100" dirty="0"/>
          </a:p>
        </p:txBody>
      </p:sp>
      <p:sp>
        <p:nvSpPr>
          <p:cNvPr id="26" name="Shape 24"/>
          <p:cNvSpPr/>
          <p:nvPr/>
        </p:nvSpPr>
        <p:spPr>
          <a:xfrm>
            <a:off x="868680" y="5257800"/>
            <a:ext cx="25603" cy="310896"/>
          </a:xfrm>
          <a:prstGeom prst="rect">
            <a:avLst/>
          </a:prstGeom>
          <a:solidFill>
            <a:srgbClr val="2340FF"/>
          </a:solidFill>
          <a:ln w="12700">
            <a:solidFill>
              <a:srgbClr val="2340FF">
                <a:alpha val="0"/>
              </a:srgbClr>
            </a:solidFill>
            <a:prstDash val="solid"/>
          </a:ln>
        </p:spPr>
      </p:sp>
      <p:sp>
        <p:nvSpPr>
          <p:cNvPr id="27" name="Text 25"/>
          <p:cNvSpPr/>
          <p:nvPr/>
        </p:nvSpPr>
        <p:spPr>
          <a:xfrm>
            <a:off x="1051560" y="5193792"/>
            <a:ext cx="7498080" cy="420624"/>
          </a:xfrm>
          <a:prstGeom prst="rect">
            <a:avLst/>
          </a:prstGeom>
          <a:noFill/>
          <a:ln/>
        </p:spPr>
        <p:txBody>
          <a:bodyPr wrap="square" lIns="0" tIns="0" rIns="0" bIns="0" rtlCol="0" anchor="ctr"/>
          <a:lstStyle/>
          <a:p>
            <a:pPr indent="0" marL="0">
              <a:buNone/>
            </a:pPr>
            <a:r>
              <a:rPr lang="en-US" sz="1530" b="1" dirty="0">
                <a:solidFill>
                  <a:srgbClr val="101014"/>
                </a:solidFill>
                <a:latin typeface="Pretendard Variable" pitchFamily="34" charset="0"/>
                <a:ea typeface="Pretendard Variable" pitchFamily="34" charset="-122"/>
                <a:cs typeface="Pretendard Variable" pitchFamily="34" charset="-120"/>
              </a:rPr>
              <a:t>기성 서비스가 더 나은 일과 직접 만들 가치가 있는 일을 구분한다</a:t>
            </a:r>
            <a:endParaRPr lang="en-US" sz="1530" dirty="0"/>
          </a:p>
        </p:txBody>
      </p:sp>
      <p:sp>
        <p:nvSpPr>
          <p:cNvPr id="28" name="Text 26"/>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B4B0A6"/>
                </a:solidFill>
                <a:latin typeface="Space Grotesk" pitchFamily="34" charset="0"/>
                <a:ea typeface="Space Grotesk" pitchFamily="34" charset="-122"/>
                <a:cs typeface="Space Grotesk" pitchFamily="34" charset="-120"/>
              </a:rPr>
              <a:t>Biadone · 07 Build or Buy</a:t>
            </a:r>
            <a:endParaRPr lang="en-US" sz="680" dirty="0"/>
          </a:p>
        </p:txBody>
      </p:sp>
      <p:sp>
        <p:nvSpPr>
          <p:cNvPr id="29" name="Text 27"/>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B4B0A6"/>
                </a:solidFill>
                <a:latin typeface="Space Grotesk" pitchFamily="34" charset="0"/>
                <a:ea typeface="Space Grotesk" pitchFamily="34" charset="-122"/>
                <a:cs typeface="Space Grotesk" pitchFamily="34" charset="-120"/>
              </a:rPr>
              <a:t>08 / 10</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2340FF"/>
                </a:solidFill>
                <a:latin typeface="Space Grotesk" pitchFamily="34" charset="0"/>
                <a:ea typeface="Space Grotesk" pitchFamily="34" charset="-122"/>
                <a:cs typeface="Space Grotesk" pitchFamily="34" charset="-120"/>
              </a:rPr>
              <a:t>08 / WHAT THE CLASS DELIVERS</a:t>
            </a:r>
            <a:endParaRPr lang="en-US" sz="850" dirty="0"/>
          </a:p>
        </p:txBody>
      </p:sp>
      <p:sp>
        <p:nvSpPr>
          <p:cNvPr id="3" name="Shape 1"/>
          <p:cNvSpPr/>
          <p:nvPr/>
        </p:nvSpPr>
        <p:spPr>
          <a:xfrm>
            <a:off x="685800" y="649224"/>
            <a:ext cx="10817352" cy="0"/>
          </a:xfrm>
          <a:prstGeom prst="line">
            <a:avLst/>
          </a:prstGeom>
          <a:noFill/>
          <a:ln w="8890">
            <a:solidFill>
              <a:srgbClr val="DEDCD6"/>
            </a:solidFill>
            <a:prstDash val="solid"/>
          </a:ln>
        </p:spPr>
      </p:sp>
      <p:sp>
        <p:nvSpPr>
          <p:cNvPr id="4" name="Text 2"/>
          <p:cNvSpPr/>
          <p:nvPr/>
        </p:nvSpPr>
        <p:spPr>
          <a:xfrm>
            <a:off x="868680" y="941832"/>
            <a:ext cx="6583680" cy="960120"/>
          </a:xfrm>
          <a:prstGeom prst="rect">
            <a:avLst/>
          </a:prstGeom>
          <a:noFill/>
          <a:ln/>
        </p:spPr>
        <p:txBody>
          <a:bodyPr wrap="square" lIns="0" tIns="0" rIns="0" bIns="0" rtlCol="0" anchor="ctr">
            <a:normAutofit/>
          </a:bodyPr>
          <a:lstStyle/>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수업의 재료는 예제가 아니라</a:t>
            </a:r>
            <a:endParaRPr lang="en-US" sz="2700" dirty="0"/>
          </a:p>
          <a:p>
            <a:pPr indent="0" marL="0">
              <a:lnSpc>
                <a:spcPct val="92000"/>
              </a:lnSpc>
              <a:buNone/>
            </a:pPr>
            <a:r>
              <a:rPr lang="en-US" sz="2700" b="1" dirty="0">
                <a:solidFill>
                  <a:srgbClr val="101014"/>
                </a:solidFill>
                <a:latin typeface="Pretendard Variable" pitchFamily="34" charset="0"/>
                <a:ea typeface="Pretendard Variable" pitchFamily="34" charset="-122"/>
                <a:cs typeface="Pretendard Variable" pitchFamily="34" charset="-120"/>
              </a:rPr>
              <a:t>내 업무</a:t>
            </a:r>
            <a:endParaRPr lang="en-US" sz="2700" dirty="0"/>
          </a:p>
        </p:txBody>
      </p:sp>
      <p:sp>
        <p:nvSpPr>
          <p:cNvPr id="5" name="Text 3"/>
          <p:cNvSpPr/>
          <p:nvPr/>
        </p:nvSpPr>
        <p:spPr>
          <a:xfrm>
            <a:off x="868680" y="2020824"/>
            <a:ext cx="6583680" cy="320040"/>
          </a:xfrm>
          <a:prstGeom prst="rect">
            <a:avLst/>
          </a:prstGeom>
          <a:noFill/>
          <a:ln/>
        </p:spPr>
        <p:txBody>
          <a:bodyPr wrap="square" lIns="0" tIns="0" rIns="0" bIns="0" rtlCol="0" anchor="ctr">
            <a:normAutofit/>
          </a:bodyPr>
          <a:lstStyle/>
          <a:p>
            <a:pPr indent="0" marL="0">
              <a:buNone/>
            </a:pPr>
            <a:r>
              <a:rPr lang="en-US" sz="1050" dirty="0">
                <a:solidFill>
                  <a:srgbClr val="9A9AA4"/>
                </a:solidFill>
                <a:latin typeface="Pretendard Variable" pitchFamily="34" charset="0"/>
                <a:ea typeface="Pretendard Variable" pitchFamily="34" charset="-122"/>
                <a:cs typeface="Pretendard Variable" pitchFamily="34" charset="-120"/>
              </a:rPr>
              <a:t>도구 이름을 외우는 수업이 아닌 · 결과물을 완성하고 다시 수정하는 수업</a:t>
            </a:r>
            <a:endParaRPr lang="en-US" sz="1050" dirty="0"/>
          </a:p>
        </p:txBody>
      </p:sp>
      <p:sp>
        <p:nvSpPr>
          <p:cNvPr id="6" name="Shape 4"/>
          <p:cNvSpPr/>
          <p:nvPr/>
        </p:nvSpPr>
        <p:spPr>
          <a:xfrm>
            <a:off x="868680" y="2880360"/>
            <a:ext cx="6309360" cy="0"/>
          </a:xfrm>
          <a:prstGeom prst="line">
            <a:avLst/>
          </a:prstGeom>
          <a:noFill/>
          <a:ln w="11430">
            <a:solidFill>
              <a:srgbClr val="DEDCD6"/>
            </a:solidFill>
            <a:prstDash val="solid"/>
          </a:ln>
        </p:spPr>
      </p:sp>
      <p:sp>
        <p:nvSpPr>
          <p:cNvPr id="7" name="Shape 5"/>
          <p:cNvSpPr/>
          <p:nvPr/>
        </p:nvSpPr>
        <p:spPr>
          <a:xfrm>
            <a:off x="886968" y="2798064"/>
            <a:ext cx="164592" cy="164592"/>
          </a:xfrm>
          <a:prstGeom prst="ellipse">
            <a:avLst/>
          </a:prstGeom>
          <a:solidFill>
            <a:srgbClr val="101014"/>
          </a:solidFill>
          <a:ln w="12700">
            <a:solidFill>
              <a:srgbClr val="101014">
                <a:alpha val="0"/>
              </a:srgbClr>
            </a:solidFill>
            <a:prstDash val="solid"/>
          </a:ln>
        </p:spPr>
      </p:sp>
      <p:sp>
        <p:nvSpPr>
          <p:cNvPr id="8" name="Text 6"/>
          <p:cNvSpPr/>
          <p:nvPr/>
        </p:nvSpPr>
        <p:spPr>
          <a:xfrm>
            <a:off x="868680" y="3218688"/>
            <a:ext cx="384048" cy="219456"/>
          </a:xfrm>
          <a:prstGeom prst="rect">
            <a:avLst/>
          </a:prstGeom>
          <a:noFill/>
          <a:ln/>
        </p:spPr>
        <p:txBody>
          <a:bodyPr wrap="square" lIns="0" tIns="0" rIns="0" bIns="0" rtlCol="0" anchor="ctr"/>
          <a:lstStyle/>
          <a:p>
            <a:pPr indent="0" marL="0">
              <a:buNone/>
            </a:pPr>
            <a:r>
              <a:rPr lang="en-US" sz="1200" b="1" dirty="0">
                <a:solidFill>
                  <a:srgbClr val="101014"/>
                </a:solidFill>
                <a:latin typeface="Space Grotesk" pitchFamily="34" charset="0"/>
                <a:ea typeface="Space Grotesk" pitchFamily="34" charset="-122"/>
                <a:cs typeface="Space Grotesk" pitchFamily="34" charset="-120"/>
              </a:rPr>
              <a:t>01</a:t>
            </a:r>
            <a:endParaRPr lang="en-US" sz="1200" dirty="0"/>
          </a:p>
        </p:txBody>
      </p:sp>
      <p:sp>
        <p:nvSpPr>
          <p:cNvPr id="9" name="Text 7"/>
          <p:cNvSpPr/>
          <p:nvPr/>
        </p:nvSpPr>
        <p:spPr>
          <a:xfrm>
            <a:off x="868680" y="3593592"/>
            <a:ext cx="1005840" cy="310896"/>
          </a:xfrm>
          <a:prstGeom prst="rect">
            <a:avLst/>
          </a:prstGeom>
          <a:noFill/>
          <a:ln/>
        </p:spPr>
        <p:txBody>
          <a:bodyPr wrap="square" lIns="0" tIns="0" rIns="0" bIns="0" rtlCol="0" anchor="ctr">
            <a:normAutofit/>
          </a:bodyPr>
          <a:lstStyle/>
          <a:p>
            <a:pPr indent="0" marL="0">
              <a:buNone/>
            </a:pPr>
            <a:r>
              <a:rPr lang="en-US" sz="1180" b="1" dirty="0">
                <a:solidFill>
                  <a:srgbClr val="4A4A52"/>
                </a:solidFill>
                <a:latin typeface="Pretendard Variable" pitchFamily="34" charset="0"/>
                <a:ea typeface="Pretendard Variable" pitchFamily="34" charset="-122"/>
                <a:cs typeface="Pretendard Variable" pitchFamily="34" charset="-120"/>
              </a:rPr>
              <a:t>과제 선택</a:t>
            </a:r>
            <a:endParaRPr lang="en-US" sz="1180" dirty="0"/>
          </a:p>
        </p:txBody>
      </p:sp>
      <p:sp>
        <p:nvSpPr>
          <p:cNvPr id="10" name="Shape 8"/>
          <p:cNvSpPr/>
          <p:nvPr/>
        </p:nvSpPr>
        <p:spPr>
          <a:xfrm>
            <a:off x="2185416" y="2798064"/>
            <a:ext cx="164592" cy="164592"/>
          </a:xfrm>
          <a:prstGeom prst="ellipse">
            <a:avLst/>
          </a:prstGeom>
          <a:solidFill>
            <a:srgbClr val="101014"/>
          </a:solidFill>
          <a:ln w="12700">
            <a:solidFill>
              <a:srgbClr val="101014">
                <a:alpha val="0"/>
              </a:srgbClr>
            </a:solidFill>
            <a:prstDash val="solid"/>
          </a:ln>
        </p:spPr>
      </p:sp>
      <p:sp>
        <p:nvSpPr>
          <p:cNvPr id="11" name="Text 9"/>
          <p:cNvSpPr/>
          <p:nvPr/>
        </p:nvSpPr>
        <p:spPr>
          <a:xfrm>
            <a:off x="2167128" y="3218688"/>
            <a:ext cx="384048" cy="219456"/>
          </a:xfrm>
          <a:prstGeom prst="rect">
            <a:avLst/>
          </a:prstGeom>
          <a:noFill/>
          <a:ln/>
        </p:spPr>
        <p:txBody>
          <a:bodyPr wrap="square" lIns="0" tIns="0" rIns="0" bIns="0" rtlCol="0" anchor="ctr"/>
          <a:lstStyle/>
          <a:p>
            <a:pPr indent="0" marL="0">
              <a:buNone/>
            </a:pPr>
            <a:r>
              <a:rPr lang="en-US" sz="1200" b="1" dirty="0">
                <a:solidFill>
                  <a:srgbClr val="101014"/>
                </a:solidFill>
                <a:latin typeface="Space Grotesk" pitchFamily="34" charset="0"/>
                <a:ea typeface="Space Grotesk" pitchFamily="34" charset="-122"/>
                <a:cs typeface="Space Grotesk" pitchFamily="34" charset="-120"/>
              </a:rPr>
              <a:t>02</a:t>
            </a:r>
            <a:endParaRPr lang="en-US" sz="1200" dirty="0"/>
          </a:p>
        </p:txBody>
      </p:sp>
      <p:sp>
        <p:nvSpPr>
          <p:cNvPr id="12" name="Text 10"/>
          <p:cNvSpPr/>
          <p:nvPr/>
        </p:nvSpPr>
        <p:spPr>
          <a:xfrm>
            <a:off x="2167128" y="3593592"/>
            <a:ext cx="1005840" cy="310896"/>
          </a:xfrm>
          <a:prstGeom prst="rect">
            <a:avLst/>
          </a:prstGeom>
          <a:noFill/>
          <a:ln/>
        </p:spPr>
        <p:txBody>
          <a:bodyPr wrap="square" lIns="0" tIns="0" rIns="0" bIns="0" rtlCol="0" anchor="ctr">
            <a:normAutofit/>
          </a:bodyPr>
          <a:lstStyle/>
          <a:p>
            <a:pPr indent="0" marL="0">
              <a:buNone/>
            </a:pPr>
            <a:r>
              <a:rPr lang="en-US" sz="1180" b="1" dirty="0">
                <a:solidFill>
                  <a:srgbClr val="4A4A52"/>
                </a:solidFill>
                <a:latin typeface="Pretendard Variable" pitchFamily="34" charset="0"/>
                <a:ea typeface="Pretendard Variable" pitchFamily="34" charset="-122"/>
                <a:cs typeface="Pretendard Variable" pitchFamily="34" charset="-120"/>
              </a:rPr>
              <a:t>범위 결정</a:t>
            </a:r>
            <a:endParaRPr lang="en-US" sz="1180" dirty="0"/>
          </a:p>
        </p:txBody>
      </p:sp>
      <p:sp>
        <p:nvSpPr>
          <p:cNvPr id="13" name="Shape 11"/>
          <p:cNvSpPr/>
          <p:nvPr/>
        </p:nvSpPr>
        <p:spPr>
          <a:xfrm>
            <a:off x="3483864" y="2798064"/>
            <a:ext cx="164592" cy="164592"/>
          </a:xfrm>
          <a:prstGeom prst="ellipse">
            <a:avLst/>
          </a:prstGeom>
          <a:solidFill>
            <a:srgbClr val="101014"/>
          </a:solidFill>
          <a:ln w="12700">
            <a:solidFill>
              <a:srgbClr val="101014">
                <a:alpha val="0"/>
              </a:srgbClr>
            </a:solidFill>
            <a:prstDash val="solid"/>
          </a:ln>
        </p:spPr>
      </p:sp>
      <p:sp>
        <p:nvSpPr>
          <p:cNvPr id="14" name="Text 12"/>
          <p:cNvSpPr/>
          <p:nvPr/>
        </p:nvSpPr>
        <p:spPr>
          <a:xfrm>
            <a:off x="3465576" y="3218688"/>
            <a:ext cx="384048" cy="219456"/>
          </a:xfrm>
          <a:prstGeom prst="rect">
            <a:avLst/>
          </a:prstGeom>
          <a:noFill/>
          <a:ln/>
        </p:spPr>
        <p:txBody>
          <a:bodyPr wrap="square" lIns="0" tIns="0" rIns="0" bIns="0" rtlCol="0" anchor="ctr"/>
          <a:lstStyle/>
          <a:p>
            <a:pPr indent="0" marL="0">
              <a:buNone/>
            </a:pPr>
            <a:r>
              <a:rPr lang="en-US" sz="1200" b="1" dirty="0">
                <a:solidFill>
                  <a:srgbClr val="101014"/>
                </a:solidFill>
                <a:latin typeface="Space Grotesk" pitchFamily="34" charset="0"/>
                <a:ea typeface="Space Grotesk" pitchFamily="34" charset="-122"/>
                <a:cs typeface="Space Grotesk" pitchFamily="34" charset="-120"/>
              </a:rPr>
              <a:t>03</a:t>
            </a:r>
            <a:endParaRPr lang="en-US" sz="1200" dirty="0"/>
          </a:p>
        </p:txBody>
      </p:sp>
      <p:sp>
        <p:nvSpPr>
          <p:cNvPr id="15" name="Text 13"/>
          <p:cNvSpPr/>
          <p:nvPr/>
        </p:nvSpPr>
        <p:spPr>
          <a:xfrm>
            <a:off x="3465576" y="3593592"/>
            <a:ext cx="1005840" cy="310896"/>
          </a:xfrm>
          <a:prstGeom prst="rect">
            <a:avLst/>
          </a:prstGeom>
          <a:noFill/>
          <a:ln/>
        </p:spPr>
        <p:txBody>
          <a:bodyPr wrap="square" lIns="0" tIns="0" rIns="0" bIns="0" rtlCol="0" anchor="ctr">
            <a:normAutofit/>
          </a:bodyPr>
          <a:lstStyle/>
          <a:p>
            <a:pPr indent="0" marL="0">
              <a:buNone/>
            </a:pPr>
            <a:r>
              <a:rPr lang="en-US" sz="1180" b="1" dirty="0">
                <a:solidFill>
                  <a:srgbClr val="4A4A52"/>
                </a:solidFill>
                <a:latin typeface="Pretendard Variable" pitchFamily="34" charset="0"/>
                <a:ea typeface="Pretendard Variable" pitchFamily="34" charset="-122"/>
                <a:cs typeface="Pretendard Variable" pitchFamily="34" charset="-120"/>
              </a:rPr>
              <a:t>함께 제작</a:t>
            </a:r>
            <a:endParaRPr lang="en-US" sz="1180" dirty="0"/>
          </a:p>
        </p:txBody>
      </p:sp>
      <p:sp>
        <p:nvSpPr>
          <p:cNvPr id="16" name="Shape 14"/>
          <p:cNvSpPr/>
          <p:nvPr/>
        </p:nvSpPr>
        <p:spPr>
          <a:xfrm>
            <a:off x="4782312" y="2798064"/>
            <a:ext cx="164592" cy="164592"/>
          </a:xfrm>
          <a:prstGeom prst="ellipse">
            <a:avLst/>
          </a:prstGeom>
          <a:solidFill>
            <a:srgbClr val="101014"/>
          </a:solidFill>
          <a:ln w="12700">
            <a:solidFill>
              <a:srgbClr val="101014">
                <a:alpha val="0"/>
              </a:srgbClr>
            </a:solidFill>
            <a:prstDash val="solid"/>
          </a:ln>
        </p:spPr>
      </p:sp>
      <p:sp>
        <p:nvSpPr>
          <p:cNvPr id="17" name="Text 15"/>
          <p:cNvSpPr/>
          <p:nvPr/>
        </p:nvSpPr>
        <p:spPr>
          <a:xfrm>
            <a:off x="4764024" y="3218688"/>
            <a:ext cx="384048" cy="219456"/>
          </a:xfrm>
          <a:prstGeom prst="rect">
            <a:avLst/>
          </a:prstGeom>
          <a:noFill/>
          <a:ln/>
        </p:spPr>
        <p:txBody>
          <a:bodyPr wrap="square" lIns="0" tIns="0" rIns="0" bIns="0" rtlCol="0" anchor="ctr"/>
          <a:lstStyle/>
          <a:p>
            <a:pPr indent="0" marL="0">
              <a:buNone/>
            </a:pPr>
            <a:r>
              <a:rPr lang="en-US" sz="1200" b="1" dirty="0">
                <a:solidFill>
                  <a:srgbClr val="101014"/>
                </a:solidFill>
                <a:latin typeface="Space Grotesk" pitchFamily="34" charset="0"/>
                <a:ea typeface="Space Grotesk" pitchFamily="34" charset="-122"/>
                <a:cs typeface="Space Grotesk" pitchFamily="34" charset="-120"/>
              </a:rPr>
              <a:t>04</a:t>
            </a:r>
            <a:endParaRPr lang="en-US" sz="1200" dirty="0"/>
          </a:p>
        </p:txBody>
      </p:sp>
      <p:sp>
        <p:nvSpPr>
          <p:cNvPr id="18" name="Text 16"/>
          <p:cNvSpPr/>
          <p:nvPr/>
        </p:nvSpPr>
        <p:spPr>
          <a:xfrm>
            <a:off x="4764024" y="3593592"/>
            <a:ext cx="1005840" cy="310896"/>
          </a:xfrm>
          <a:prstGeom prst="rect">
            <a:avLst/>
          </a:prstGeom>
          <a:noFill/>
          <a:ln/>
        </p:spPr>
        <p:txBody>
          <a:bodyPr wrap="square" lIns="0" tIns="0" rIns="0" bIns="0" rtlCol="0" anchor="ctr">
            <a:normAutofit/>
          </a:bodyPr>
          <a:lstStyle/>
          <a:p>
            <a:pPr indent="0" marL="0">
              <a:buNone/>
            </a:pPr>
            <a:r>
              <a:rPr lang="en-US" sz="1180" b="1" dirty="0">
                <a:solidFill>
                  <a:srgbClr val="4A4A52"/>
                </a:solidFill>
                <a:latin typeface="Pretendard Variable" pitchFamily="34" charset="0"/>
                <a:ea typeface="Pretendard Variable" pitchFamily="34" charset="-122"/>
                <a:cs typeface="Pretendard Variable" pitchFamily="34" charset="-120"/>
              </a:rPr>
              <a:t>오류 확인</a:t>
            </a:r>
            <a:endParaRPr lang="en-US" sz="1180" dirty="0"/>
          </a:p>
        </p:txBody>
      </p:sp>
      <p:sp>
        <p:nvSpPr>
          <p:cNvPr id="19" name="Shape 17"/>
          <p:cNvSpPr/>
          <p:nvPr/>
        </p:nvSpPr>
        <p:spPr>
          <a:xfrm>
            <a:off x="6080760" y="2798064"/>
            <a:ext cx="164592" cy="164592"/>
          </a:xfrm>
          <a:prstGeom prst="ellipse">
            <a:avLst/>
          </a:prstGeom>
          <a:solidFill>
            <a:srgbClr val="2340FF"/>
          </a:solidFill>
          <a:ln w="12700">
            <a:solidFill>
              <a:srgbClr val="2340FF">
                <a:alpha val="0"/>
              </a:srgbClr>
            </a:solidFill>
            <a:prstDash val="solid"/>
          </a:ln>
        </p:spPr>
      </p:sp>
      <p:sp>
        <p:nvSpPr>
          <p:cNvPr id="20" name="Text 18"/>
          <p:cNvSpPr/>
          <p:nvPr/>
        </p:nvSpPr>
        <p:spPr>
          <a:xfrm>
            <a:off x="6062472" y="3218688"/>
            <a:ext cx="384048" cy="219456"/>
          </a:xfrm>
          <a:prstGeom prst="rect">
            <a:avLst/>
          </a:prstGeom>
          <a:noFill/>
          <a:ln/>
        </p:spPr>
        <p:txBody>
          <a:bodyPr wrap="square" lIns="0" tIns="0" rIns="0" bIns="0" rtlCol="0" anchor="ctr"/>
          <a:lstStyle/>
          <a:p>
            <a:pPr indent="0" marL="0">
              <a:buNone/>
            </a:pPr>
            <a:r>
              <a:rPr lang="en-US" sz="1200" b="1" dirty="0">
                <a:solidFill>
                  <a:srgbClr val="2340FF"/>
                </a:solidFill>
                <a:latin typeface="Space Grotesk" pitchFamily="34" charset="0"/>
                <a:ea typeface="Space Grotesk" pitchFamily="34" charset="-122"/>
                <a:cs typeface="Space Grotesk" pitchFamily="34" charset="-120"/>
              </a:rPr>
              <a:t>05</a:t>
            </a:r>
            <a:endParaRPr lang="en-US" sz="1200" dirty="0"/>
          </a:p>
        </p:txBody>
      </p:sp>
      <p:sp>
        <p:nvSpPr>
          <p:cNvPr id="21" name="Text 19"/>
          <p:cNvSpPr/>
          <p:nvPr/>
        </p:nvSpPr>
        <p:spPr>
          <a:xfrm>
            <a:off x="6062472" y="3593592"/>
            <a:ext cx="1005840" cy="310896"/>
          </a:xfrm>
          <a:prstGeom prst="rect">
            <a:avLst/>
          </a:prstGeom>
          <a:noFill/>
          <a:ln/>
        </p:spPr>
        <p:txBody>
          <a:bodyPr wrap="square" lIns="0" tIns="0" rIns="0" bIns="0" rtlCol="0" anchor="ctr">
            <a:normAutofit/>
          </a:bodyPr>
          <a:lstStyle/>
          <a:p>
            <a:pPr indent="0" marL="0">
              <a:buNone/>
            </a:pPr>
            <a:r>
              <a:rPr lang="en-US" sz="1180" b="1" dirty="0">
                <a:solidFill>
                  <a:srgbClr val="4A4A52"/>
                </a:solidFill>
                <a:latin typeface="Pretendard Variable" pitchFamily="34" charset="0"/>
                <a:ea typeface="Pretendard Variable" pitchFamily="34" charset="-122"/>
                <a:cs typeface="Pretendard Variable" pitchFamily="34" charset="-120"/>
              </a:rPr>
              <a:t>직접 수정</a:t>
            </a:r>
            <a:endParaRPr lang="en-US" sz="1180" dirty="0"/>
          </a:p>
        </p:txBody>
      </p:sp>
      <p:sp>
        <p:nvSpPr>
          <p:cNvPr id="22" name="Text 20"/>
          <p:cNvSpPr/>
          <p:nvPr/>
        </p:nvSpPr>
        <p:spPr>
          <a:xfrm>
            <a:off x="868680" y="4416552"/>
            <a:ext cx="914400" cy="182880"/>
          </a:xfrm>
          <a:prstGeom prst="rect">
            <a:avLst/>
          </a:prstGeom>
          <a:noFill/>
          <a:ln/>
        </p:spPr>
        <p:txBody>
          <a:bodyPr wrap="square" lIns="0" tIns="0" rIns="0" bIns="0" rtlCol="0" anchor="ctr"/>
          <a:lstStyle/>
          <a:p>
            <a:pPr indent="0" marL="0">
              <a:buNone/>
            </a:pPr>
            <a:r>
              <a:rPr lang="en-US" sz="800" b="1" spc="80" kern="0" dirty="0">
                <a:solidFill>
                  <a:srgbClr val="2340FF"/>
                </a:solidFill>
                <a:latin typeface="Space Grotesk" pitchFamily="34" charset="0"/>
                <a:ea typeface="Space Grotesk" pitchFamily="34" charset="-122"/>
                <a:cs typeface="Space Grotesk" pitchFamily="34" charset="-120"/>
              </a:rPr>
              <a:t>결과물</a:t>
            </a:r>
            <a:endParaRPr lang="en-US" sz="800" dirty="0"/>
          </a:p>
        </p:txBody>
      </p:sp>
      <p:sp>
        <p:nvSpPr>
          <p:cNvPr id="23" name="Text 21"/>
          <p:cNvSpPr/>
          <p:nvPr/>
        </p:nvSpPr>
        <p:spPr>
          <a:xfrm>
            <a:off x="868680" y="4709160"/>
            <a:ext cx="3383280" cy="310896"/>
          </a:xfrm>
          <a:prstGeom prst="rect">
            <a:avLst/>
          </a:prstGeom>
          <a:noFill/>
          <a:ln/>
        </p:spPr>
        <p:txBody>
          <a:bodyPr wrap="square" lIns="0" tIns="0" rIns="0" bIns="0" rtlCol="0" anchor="ctr"/>
          <a:lstStyle/>
          <a:p>
            <a:pPr indent="0" marL="0">
              <a:buNone/>
            </a:pPr>
            <a:r>
              <a:rPr lang="en-US" sz="1500" b="1" dirty="0">
                <a:solidFill>
                  <a:srgbClr val="101014"/>
                </a:solidFill>
                <a:latin typeface="Pretendard Variable" pitchFamily="34" charset="0"/>
                <a:ea typeface="Pretendard Variable" pitchFamily="34" charset="-122"/>
                <a:cs typeface="Pretendard Variable" pitchFamily="34" charset="-120"/>
              </a:rPr>
              <a:t>실제로 쓰는 웹페이지·업무 도구</a:t>
            </a:r>
            <a:endParaRPr lang="en-US" sz="1500" dirty="0"/>
          </a:p>
        </p:txBody>
      </p:sp>
      <p:sp>
        <p:nvSpPr>
          <p:cNvPr id="24" name="Text 22"/>
          <p:cNvSpPr/>
          <p:nvPr/>
        </p:nvSpPr>
        <p:spPr>
          <a:xfrm>
            <a:off x="4370832" y="4416552"/>
            <a:ext cx="914400" cy="182880"/>
          </a:xfrm>
          <a:prstGeom prst="rect">
            <a:avLst/>
          </a:prstGeom>
          <a:noFill/>
          <a:ln/>
        </p:spPr>
        <p:txBody>
          <a:bodyPr wrap="square" lIns="0" tIns="0" rIns="0" bIns="0" rtlCol="0" anchor="ctr"/>
          <a:lstStyle/>
          <a:p>
            <a:pPr indent="0" marL="0">
              <a:buNone/>
            </a:pPr>
            <a:r>
              <a:rPr lang="en-US" sz="800" b="1" spc="80" kern="0" dirty="0">
                <a:solidFill>
                  <a:srgbClr val="2340FF"/>
                </a:solidFill>
                <a:latin typeface="Space Grotesk" pitchFamily="34" charset="0"/>
                <a:ea typeface="Space Grotesk" pitchFamily="34" charset="-122"/>
                <a:cs typeface="Space Grotesk" pitchFamily="34" charset="-120"/>
              </a:rPr>
              <a:t>남는 능력</a:t>
            </a:r>
            <a:endParaRPr lang="en-US" sz="800" dirty="0"/>
          </a:p>
        </p:txBody>
      </p:sp>
      <p:sp>
        <p:nvSpPr>
          <p:cNvPr id="25" name="Text 23"/>
          <p:cNvSpPr/>
          <p:nvPr/>
        </p:nvSpPr>
        <p:spPr>
          <a:xfrm>
            <a:off x="4370832" y="4709160"/>
            <a:ext cx="3154680" cy="420624"/>
          </a:xfrm>
          <a:prstGeom prst="rect">
            <a:avLst/>
          </a:prstGeom>
          <a:noFill/>
          <a:ln/>
        </p:spPr>
        <p:txBody>
          <a:bodyPr wrap="square" lIns="0" tIns="0" rIns="0" bIns="0" rtlCol="0" anchor="ctr">
            <a:normAutofit/>
          </a:bodyPr>
          <a:lstStyle/>
          <a:p>
            <a:pPr indent="0" marL="0">
              <a:buNone/>
            </a:pPr>
            <a:r>
              <a:rPr lang="en-US" sz="1500" b="1" dirty="0">
                <a:solidFill>
                  <a:srgbClr val="101014"/>
                </a:solidFill>
                <a:latin typeface="Pretendard Variable" pitchFamily="34" charset="0"/>
                <a:ea typeface="Pretendard Variable" pitchFamily="34" charset="-122"/>
                <a:cs typeface="Pretendard Variable" pitchFamily="34" charset="-120"/>
              </a:rPr>
              <a:t>다음 변경을 스스로 설명하고 확인하는 힘</a:t>
            </a:r>
            <a:endParaRPr lang="en-US" sz="1500" dirty="0"/>
          </a:p>
        </p:txBody>
      </p:sp>
      <p:sp>
        <p:nvSpPr>
          <p:cNvPr id="26" name="Shape 24"/>
          <p:cNvSpPr/>
          <p:nvPr/>
        </p:nvSpPr>
        <p:spPr>
          <a:xfrm>
            <a:off x="7818120" y="1298448"/>
            <a:ext cx="3410712" cy="4251960"/>
          </a:xfrm>
          <a:prstGeom prst="rect">
            <a:avLst/>
          </a:prstGeom>
          <a:solidFill>
            <a:srgbClr val="FFFFFF"/>
          </a:solidFill>
          <a:ln w="10160">
            <a:solidFill>
              <a:srgbClr val="DEDCD6"/>
            </a:solidFill>
            <a:prstDash val="solid"/>
          </a:ln>
        </p:spPr>
      </p:sp>
      <p:pic>
        <p:nvPicPr>
          <p:cNvPr id="27" name="Image 0" descr="/mnt/data/a_bright_modern_office_classroom_co_working_scene.png">    </p:cNvPr>
          <p:cNvPicPr>
            <a:picLocks noChangeAspect="1"/>
          </p:cNvPicPr>
          <p:nvPr/>
        </p:nvPicPr>
        <p:blipFill>
          <a:blip r:embed="rId1"/>
          <a:srcRect l="30000" r="29073" t="5000" b="3000"/>
          <a:stretch/>
        </p:blipFill>
        <p:spPr>
          <a:xfrm>
            <a:off x="7936992" y="1417320"/>
            <a:ext cx="3172968" cy="4014216"/>
          </a:xfrm>
          <a:prstGeom prst="rect">
            <a:avLst/>
          </a:prstGeom>
        </p:spPr>
      </p:pic>
      <p:sp>
        <p:nvSpPr>
          <p:cNvPr id="28" name="Text 25"/>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B4B0A6"/>
                </a:solidFill>
                <a:latin typeface="Space Grotesk" pitchFamily="34" charset="0"/>
                <a:ea typeface="Space Grotesk" pitchFamily="34" charset="-122"/>
                <a:cs typeface="Space Grotesk" pitchFamily="34" charset="-120"/>
              </a:rPr>
              <a:t>Biadone · 08 What the Class Delivers</a:t>
            </a:r>
            <a:endParaRPr lang="en-US" sz="680" dirty="0"/>
          </a:p>
        </p:txBody>
      </p:sp>
      <p:sp>
        <p:nvSpPr>
          <p:cNvPr id="29" name="Text 26"/>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B4B0A6"/>
                </a:solidFill>
                <a:latin typeface="Space Grotesk" pitchFamily="34" charset="0"/>
                <a:ea typeface="Space Grotesk" pitchFamily="34" charset="-122"/>
                <a:cs typeface="Space Grotesk" pitchFamily="34" charset="-120"/>
              </a:rPr>
              <a:t>09 / 10</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338328"/>
            <a:ext cx="3931920" cy="201168"/>
          </a:xfrm>
          <a:prstGeom prst="rect">
            <a:avLst/>
          </a:prstGeom>
          <a:noFill/>
          <a:ln/>
        </p:spPr>
        <p:txBody>
          <a:bodyPr wrap="square" lIns="0" tIns="0" rIns="0" bIns="0" rtlCol="0" anchor="ctr"/>
          <a:lstStyle/>
          <a:p>
            <a:pPr indent="0" marL="0">
              <a:buNone/>
            </a:pPr>
            <a:r>
              <a:rPr lang="en-US" sz="850" b="1" spc="120" kern="0" dirty="0">
                <a:solidFill>
                  <a:srgbClr val="7F91FF"/>
                </a:solidFill>
                <a:latin typeface="Space Grotesk" pitchFamily="34" charset="0"/>
                <a:ea typeface="Space Grotesk" pitchFamily="34" charset="-122"/>
                <a:cs typeface="Space Grotesk" pitchFamily="34" charset="-120"/>
              </a:rPr>
              <a:t>09 / START WITH ONE REAL TASK</a:t>
            </a:r>
            <a:endParaRPr lang="en-US" sz="850" dirty="0"/>
          </a:p>
        </p:txBody>
      </p:sp>
      <p:sp>
        <p:nvSpPr>
          <p:cNvPr id="3" name="Shape 1"/>
          <p:cNvSpPr/>
          <p:nvPr/>
        </p:nvSpPr>
        <p:spPr>
          <a:xfrm>
            <a:off x="685800" y="649224"/>
            <a:ext cx="10817352" cy="0"/>
          </a:xfrm>
          <a:prstGeom prst="line">
            <a:avLst/>
          </a:prstGeom>
          <a:noFill/>
          <a:ln w="8890">
            <a:solidFill>
              <a:srgbClr val="2C2C36"/>
            </a:solidFill>
            <a:prstDash val="solid"/>
          </a:ln>
        </p:spPr>
      </p:sp>
      <p:sp>
        <p:nvSpPr>
          <p:cNvPr id="4" name="Text 2"/>
          <p:cNvSpPr/>
          <p:nvPr/>
        </p:nvSpPr>
        <p:spPr>
          <a:xfrm>
            <a:off x="8796528" y="658368"/>
            <a:ext cx="2377440" cy="2286000"/>
          </a:xfrm>
          <a:prstGeom prst="rect">
            <a:avLst/>
          </a:prstGeom>
          <a:noFill/>
          <a:ln/>
        </p:spPr>
        <p:txBody>
          <a:bodyPr wrap="square" lIns="0" tIns="0" rIns="0" bIns="0" rtlCol="0" anchor="ctr"/>
          <a:lstStyle/>
          <a:p>
            <a:pPr algn="r" indent="0" marL="0">
              <a:buNone/>
            </a:pPr>
            <a:r>
              <a:rPr lang="en-US" sz="11800" b="1" dirty="0">
                <a:solidFill>
                  <a:srgbClr val="1A1A20">
                    <a:alpha val="88000"/>
                  </a:srgbClr>
                </a:solidFill>
                <a:latin typeface="Space Grotesk" pitchFamily="34" charset="0"/>
                <a:ea typeface="Space Grotesk" pitchFamily="34" charset="-122"/>
                <a:cs typeface="Space Grotesk" pitchFamily="34" charset="-120"/>
              </a:rPr>
              <a:t>Bi</a:t>
            </a:r>
            <a:endParaRPr lang="en-US" sz="11800" dirty="0"/>
          </a:p>
        </p:txBody>
      </p:sp>
      <p:sp>
        <p:nvSpPr>
          <p:cNvPr id="5" name="Shape 3"/>
          <p:cNvSpPr/>
          <p:nvPr/>
        </p:nvSpPr>
        <p:spPr>
          <a:xfrm>
            <a:off x="960120" y="1627632"/>
            <a:ext cx="25603" cy="1417320"/>
          </a:xfrm>
          <a:prstGeom prst="rect">
            <a:avLst/>
          </a:prstGeom>
          <a:solidFill>
            <a:srgbClr val="2340FF"/>
          </a:solidFill>
          <a:ln w="12700">
            <a:solidFill>
              <a:srgbClr val="2340FF">
                <a:alpha val="0"/>
              </a:srgbClr>
            </a:solidFill>
            <a:prstDash val="solid"/>
          </a:ln>
        </p:spPr>
      </p:sp>
      <p:sp>
        <p:nvSpPr>
          <p:cNvPr id="6" name="Text 4"/>
          <p:cNvSpPr/>
          <p:nvPr/>
        </p:nvSpPr>
        <p:spPr>
          <a:xfrm>
            <a:off x="1170432" y="1481328"/>
            <a:ext cx="6035040" cy="1874520"/>
          </a:xfrm>
          <a:prstGeom prst="rect">
            <a:avLst/>
          </a:prstGeom>
          <a:noFill/>
          <a:ln/>
        </p:spPr>
        <p:txBody>
          <a:bodyPr wrap="square" lIns="0" tIns="0" rIns="0" bIns="0" rtlCol="0" anchor="ctr">
            <a:normAutofit/>
          </a:bodyPr>
          <a:lstStyle/>
          <a:p>
            <a:pPr indent="0" marL="0">
              <a:lnSpc>
                <a:spcPct val="93000"/>
              </a:lnSpc>
              <a:buNone/>
            </a:pPr>
            <a:r>
              <a:rPr lang="en-US" sz="3100" b="1" dirty="0">
                <a:solidFill>
                  <a:srgbClr val="FFFFFF"/>
                </a:solidFill>
                <a:latin typeface="Pretendard Variable" pitchFamily="34" charset="0"/>
                <a:ea typeface="Pretendard Variable" pitchFamily="34" charset="-122"/>
                <a:cs typeface="Pretendard Variable" pitchFamily="34" charset="-120"/>
              </a:rPr>
              <a:t>생각을 설명하고,</a:t>
            </a:r>
            <a:endParaRPr lang="en-US" sz="3100" dirty="0"/>
          </a:p>
          <a:p>
            <a:pPr indent="0" marL="0">
              <a:lnSpc>
                <a:spcPct val="93000"/>
              </a:lnSpc>
              <a:buNone/>
            </a:pPr>
            <a:r>
              <a:rPr lang="en-US" sz="3100" b="1" dirty="0">
                <a:solidFill>
                  <a:srgbClr val="FFFFFF"/>
                </a:solidFill>
                <a:latin typeface="Pretendard Variable" pitchFamily="34" charset="0"/>
                <a:ea typeface="Pretendard Variable" pitchFamily="34" charset="-122"/>
                <a:cs typeface="Pretendard Variable" pitchFamily="34" charset="-120"/>
              </a:rPr>
              <a:t>만들고, 확인하고,</a:t>
            </a:r>
            <a:endParaRPr lang="en-US" sz="3100" dirty="0"/>
          </a:p>
          <a:p>
            <a:pPr indent="0" marL="0">
              <a:lnSpc>
                <a:spcPct val="93000"/>
              </a:lnSpc>
              <a:buNone/>
            </a:pPr>
            <a:r>
              <a:rPr lang="en-US" sz="3100" b="1" dirty="0">
                <a:solidFill>
                  <a:srgbClr val="FFFFFF"/>
                </a:solidFill>
                <a:latin typeface="Pretendard Variable" pitchFamily="34" charset="0"/>
                <a:ea typeface="Pretendard Variable" pitchFamily="34" charset="-122"/>
                <a:cs typeface="Pretendard Variable" pitchFamily="34" charset="-120"/>
              </a:rPr>
              <a:t>다시 바꾸는 것</a:t>
            </a:r>
            <a:endParaRPr lang="en-US" sz="3100" dirty="0"/>
          </a:p>
        </p:txBody>
      </p:sp>
      <p:sp>
        <p:nvSpPr>
          <p:cNvPr id="7" name="Text 5"/>
          <p:cNvSpPr/>
          <p:nvPr/>
        </p:nvSpPr>
        <p:spPr>
          <a:xfrm>
            <a:off x="1170432" y="3694176"/>
            <a:ext cx="7315200" cy="438912"/>
          </a:xfrm>
          <a:prstGeom prst="rect">
            <a:avLst/>
          </a:prstGeom>
          <a:noFill/>
          <a:ln/>
        </p:spPr>
        <p:txBody>
          <a:bodyPr wrap="square" lIns="0" tIns="0" rIns="0" bIns="0" rtlCol="0" anchor="ctr">
            <a:normAutofit/>
          </a:bodyPr>
          <a:lstStyle/>
          <a:p>
            <a:pPr indent="0" marL="0">
              <a:buNone/>
            </a:pPr>
            <a:r>
              <a:rPr lang="en-US" sz="1300" dirty="0">
                <a:solidFill>
                  <a:srgbClr val="B4B4BD"/>
                </a:solidFill>
                <a:latin typeface="Pretendard Variable" pitchFamily="34" charset="0"/>
                <a:ea typeface="Pretendard Variable" pitchFamily="34" charset="-122"/>
                <a:cs typeface="Pretendard Variable" pitchFamily="34" charset="-120"/>
              </a:rPr>
              <a:t>지금 “누가 이것 하나만 만들어줬으면 좋겠다”고 생각했던 일을 떠올려보세요.</a:t>
            </a:r>
            <a:endParaRPr lang="en-US" sz="1300" dirty="0"/>
          </a:p>
        </p:txBody>
      </p:sp>
      <p:sp>
        <p:nvSpPr>
          <p:cNvPr id="8" name="Text 6"/>
          <p:cNvSpPr/>
          <p:nvPr/>
        </p:nvSpPr>
        <p:spPr>
          <a:xfrm>
            <a:off x="960120" y="4773168"/>
            <a:ext cx="384048" cy="219456"/>
          </a:xfrm>
          <a:prstGeom prst="rect">
            <a:avLst/>
          </a:prstGeom>
          <a:noFill/>
          <a:ln/>
        </p:spPr>
        <p:txBody>
          <a:bodyPr wrap="square" lIns="0" tIns="0" rIns="0" bIns="0" rtlCol="0" anchor="ctr"/>
          <a:lstStyle/>
          <a:p>
            <a:pPr indent="0" marL="0">
              <a:buNone/>
            </a:pPr>
            <a:r>
              <a:rPr lang="en-US" sz="1200" b="1" dirty="0">
                <a:solidFill>
                  <a:srgbClr val="FFFFFF"/>
                </a:solidFill>
                <a:latin typeface="Space Grotesk" pitchFamily="34" charset="0"/>
                <a:ea typeface="Space Grotesk" pitchFamily="34" charset="-122"/>
                <a:cs typeface="Space Grotesk" pitchFamily="34" charset="-120"/>
              </a:rPr>
              <a:t>01</a:t>
            </a:r>
            <a:endParaRPr lang="en-US" sz="1200" dirty="0"/>
          </a:p>
        </p:txBody>
      </p:sp>
      <p:sp>
        <p:nvSpPr>
          <p:cNvPr id="9" name="Text 7"/>
          <p:cNvSpPr/>
          <p:nvPr/>
        </p:nvSpPr>
        <p:spPr>
          <a:xfrm>
            <a:off x="1463040" y="4791456"/>
            <a:ext cx="1325880" cy="164592"/>
          </a:xfrm>
          <a:prstGeom prst="rect">
            <a:avLst/>
          </a:prstGeom>
          <a:noFill/>
          <a:ln/>
        </p:spPr>
        <p:txBody>
          <a:bodyPr wrap="square" lIns="0" tIns="0" rIns="0" bIns="0" rtlCol="0" anchor="ctr"/>
          <a:lstStyle/>
          <a:p>
            <a:pPr indent="0" marL="0">
              <a:buNone/>
            </a:pPr>
            <a:r>
              <a:rPr lang="en-US" sz="730" b="1" spc="80" kern="0" dirty="0">
                <a:solidFill>
                  <a:srgbClr val="9A9AA4"/>
                </a:solidFill>
                <a:latin typeface="Space Grotesk" pitchFamily="34" charset="0"/>
                <a:ea typeface="Space Grotesk" pitchFamily="34" charset="-122"/>
                <a:cs typeface="Space Grotesk" pitchFamily="34" charset="-120"/>
              </a:rPr>
              <a:t>UNDERSTAND</a:t>
            </a:r>
            <a:endParaRPr lang="en-US" sz="730" dirty="0"/>
          </a:p>
        </p:txBody>
      </p:sp>
      <p:sp>
        <p:nvSpPr>
          <p:cNvPr id="10" name="Text 8"/>
          <p:cNvSpPr/>
          <p:nvPr/>
        </p:nvSpPr>
        <p:spPr>
          <a:xfrm>
            <a:off x="960120" y="5166360"/>
            <a:ext cx="2834640" cy="274320"/>
          </a:xfrm>
          <a:prstGeom prst="rect">
            <a:avLst/>
          </a:prstGeom>
          <a:noFill/>
          <a:ln/>
        </p:spPr>
        <p:txBody>
          <a:bodyPr wrap="square" lIns="0" tIns="0" rIns="0" bIns="0" rtlCol="0" anchor="ctr"/>
          <a:lstStyle/>
          <a:p>
            <a:pPr indent="0" marL="0">
              <a:buNone/>
            </a:pPr>
            <a:r>
              <a:rPr lang="en-US" sz="1150" b="1" dirty="0">
                <a:solidFill>
                  <a:srgbClr val="D6D6DC"/>
                </a:solidFill>
                <a:latin typeface="Pretendard Variable" pitchFamily="34" charset="0"/>
                <a:ea typeface="Pretendard Variable" pitchFamily="34" charset="-122"/>
                <a:cs typeface="Pretendard Variable" pitchFamily="34" charset="-120"/>
              </a:rPr>
              <a:t>내 업무와 불편 이해</a:t>
            </a:r>
            <a:endParaRPr lang="en-US" sz="1150" dirty="0"/>
          </a:p>
        </p:txBody>
      </p:sp>
      <p:sp>
        <p:nvSpPr>
          <p:cNvPr id="11" name="Text 9"/>
          <p:cNvSpPr/>
          <p:nvPr/>
        </p:nvSpPr>
        <p:spPr>
          <a:xfrm>
            <a:off x="4389120" y="4773168"/>
            <a:ext cx="384048" cy="219456"/>
          </a:xfrm>
          <a:prstGeom prst="rect">
            <a:avLst/>
          </a:prstGeom>
          <a:noFill/>
          <a:ln/>
        </p:spPr>
        <p:txBody>
          <a:bodyPr wrap="square" lIns="0" tIns="0" rIns="0" bIns="0" rtlCol="0" anchor="ctr"/>
          <a:lstStyle/>
          <a:p>
            <a:pPr indent="0" marL="0">
              <a:buNone/>
            </a:pPr>
            <a:r>
              <a:rPr lang="en-US" sz="1200" b="1" dirty="0">
                <a:solidFill>
                  <a:srgbClr val="FFFFFF"/>
                </a:solidFill>
                <a:latin typeface="Space Grotesk" pitchFamily="34" charset="0"/>
                <a:ea typeface="Space Grotesk" pitchFamily="34" charset="-122"/>
                <a:cs typeface="Space Grotesk" pitchFamily="34" charset="-120"/>
              </a:rPr>
              <a:t>02</a:t>
            </a:r>
            <a:endParaRPr lang="en-US" sz="1200" dirty="0"/>
          </a:p>
        </p:txBody>
      </p:sp>
      <p:sp>
        <p:nvSpPr>
          <p:cNvPr id="12" name="Text 10"/>
          <p:cNvSpPr/>
          <p:nvPr/>
        </p:nvSpPr>
        <p:spPr>
          <a:xfrm>
            <a:off x="4892040" y="4791456"/>
            <a:ext cx="1325880" cy="164592"/>
          </a:xfrm>
          <a:prstGeom prst="rect">
            <a:avLst/>
          </a:prstGeom>
          <a:noFill/>
          <a:ln/>
        </p:spPr>
        <p:txBody>
          <a:bodyPr wrap="square" lIns="0" tIns="0" rIns="0" bIns="0" rtlCol="0" anchor="ctr"/>
          <a:lstStyle/>
          <a:p>
            <a:pPr indent="0" marL="0">
              <a:buNone/>
            </a:pPr>
            <a:r>
              <a:rPr lang="en-US" sz="730" b="1" spc="80" kern="0" dirty="0">
                <a:solidFill>
                  <a:srgbClr val="9A9AA4"/>
                </a:solidFill>
                <a:latin typeface="Space Grotesk" pitchFamily="34" charset="0"/>
                <a:ea typeface="Space Grotesk" pitchFamily="34" charset="-122"/>
                <a:cs typeface="Space Grotesk" pitchFamily="34" charset="-120"/>
              </a:rPr>
              <a:t>BUILD</a:t>
            </a:r>
            <a:endParaRPr lang="en-US" sz="730" dirty="0"/>
          </a:p>
        </p:txBody>
      </p:sp>
      <p:sp>
        <p:nvSpPr>
          <p:cNvPr id="13" name="Text 11"/>
          <p:cNvSpPr/>
          <p:nvPr/>
        </p:nvSpPr>
        <p:spPr>
          <a:xfrm>
            <a:off x="4389120" y="5166360"/>
            <a:ext cx="2834640" cy="274320"/>
          </a:xfrm>
          <a:prstGeom prst="rect">
            <a:avLst/>
          </a:prstGeom>
          <a:noFill/>
          <a:ln/>
        </p:spPr>
        <p:txBody>
          <a:bodyPr wrap="square" lIns="0" tIns="0" rIns="0" bIns="0" rtlCol="0" anchor="ctr"/>
          <a:lstStyle/>
          <a:p>
            <a:pPr indent="0" marL="0">
              <a:buNone/>
            </a:pPr>
            <a:r>
              <a:rPr lang="en-US" sz="1150" b="1" dirty="0">
                <a:solidFill>
                  <a:srgbClr val="D6D6DC"/>
                </a:solidFill>
                <a:latin typeface="Pretendard Variable" pitchFamily="34" charset="0"/>
                <a:ea typeface="Pretendard Variable" pitchFamily="34" charset="-122"/>
                <a:cs typeface="Pretendard Variable" pitchFamily="34" charset="-120"/>
              </a:rPr>
              <a:t>필요한 결과물 제작</a:t>
            </a:r>
            <a:endParaRPr lang="en-US" sz="1150" dirty="0"/>
          </a:p>
        </p:txBody>
      </p:sp>
      <p:sp>
        <p:nvSpPr>
          <p:cNvPr id="14" name="Text 12"/>
          <p:cNvSpPr/>
          <p:nvPr/>
        </p:nvSpPr>
        <p:spPr>
          <a:xfrm>
            <a:off x="7818120" y="4773168"/>
            <a:ext cx="384048" cy="219456"/>
          </a:xfrm>
          <a:prstGeom prst="rect">
            <a:avLst/>
          </a:prstGeom>
          <a:noFill/>
          <a:ln/>
        </p:spPr>
        <p:txBody>
          <a:bodyPr wrap="square" lIns="0" tIns="0" rIns="0" bIns="0" rtlCol="0" anchor="ctr"/>
          <a:lstStyle/>
          <a:p>
            <a:pPr indent="0" marL="0">
              <a:buNone/>
            </a:pPr>
            <a:r>
              <a:rPr lang="en-US" sz="1200" b="1" dirty="0">
                <a:solidFill>
                  <a:srgbClr val="FFFFFF"/>
                </a:solidFill>
                <a:latin typeface="Space Grotesk" pitchFamily="34" charset="0"/>
                <a:ea typeface="Space Grotesk" pitchFamily="34" charset="-122"/>
                <a:cs typeface="Space Grotesk" pitchFamily="34" charset="-120"/>
              </a:rPr>
              <a:t>03</a:t>
            </a:r>
            <a:endParaRPr lang="en-US" sz="1200" dirty="0"/>
          </a:p>
        </p:txBody>
      </p:sp>
      <p:sp>
        <p:nvSpPr>
          <p:cNvPr id="15" name="Text 13"/>
          <p:cNvSpPr/>
          <p:nvPr/>
        </p:nvSpPr>
        <p:spPr>
          <a:xfrm>
            <a:off x="8321040" y="4791456"/>
            <a:ext cx="1325880" cy="164592"/>
          </a:xfrm>
          <a:prstGeom prst="rect">
            <a:avLst/>
          </a:prstGeom>
          <a:noFill/>
          <a:ln/>
        </p:spPr>
        <p:txBody>
          <a:bodyPr wrap="square" lIns="0" tIns="0" rIns="0" bIns="0" rtlCol="0" anchor="ctr"/>
          <a:lstStyle/>
          <a:p>
            <a:pPr indent="0" marL="0">
              <a:buNone/>
            </a:pPr>
            <a:r>
              <a:rPr lang="en-US" sz="730" b="1" spc="80" kern="0" dirty="0">
                <a:solidFill>
                  <a:srgbClr val="9A9AA4"/>
                </a:solidFill>
                <a:latin typeface="Space Grotesk" pitchFamily="34" charset="0"/>
                <a:ea typeface="Space Grotesk" pitchFamily="34" charset="-122"/>
                <a:cs typeface="Space Grotesk" pitchFamily="34" charset="-120"/>
              </a:rPr>
              <a:t>OWN</a:t>
            </a:r>
            <a:endParaRPr lang="en-US" sz="730" dirty="0"/>
          </a:p>
        </p:txBody>
      </p:sp>
      <p:sp>
        <p:nvSpPr>
          <p:cNvPr id="16" name="Text 14"/>
          <p:cNvSpPr/>
          <p:nvPr/>
        </p:nvSpPr>
        <p:spPr>
          <a:xfrm>
            <a:off x="7818120" y="5166360"/>
            <a:ext cx="2834640" cy="274320"/>
          </a:xfrm>
          <a:prstGeom prst="rect">
            <a:avLst/>
          </a:prstGeom>
          <a:noFill/>
          <a:ln/>
        </p:spPr>
        <p:txBody>
          <a:bodyPr wrap="square" lIns="0" tIns="0" rIns="0" bIns="0" rtlCol="0" anchor="ctr"/>
          <a:lstStyle/>
          <a:p>
            <a:pPr indent="0" marL="0">
              <a:buNone/>
            </a:pPr>
            <a:r>
              <a:rPr lang="en-US" sz="1150" b="1" dirty="0">
                <a:solidFill>
                  <a:srgbClr val="D6D6DC"/>
                </a:solidFill>
                <a:latin typeface="Pretendard Variable" pitchFamily="34" charset="0"/>
                <a:ea typeface="Pretendard Variable" pitchFamily="34" charset="-122"/>
                <a:cs typeface="Pretendard Variable" pitchFamily="34" charset="-120"/>
              </a:rPr>
              <a:t>직접 활용하고 수정</a:t>
            </a:r>
            <a:endParaRPr lang="en-US" sz="1150" dirty="0"/>
          </a:p>
        </p:txBody>
      </p:sp>
      <p:sp>
        <p:nvSpPr>
          <p:cNvPr id="17" name="Text 15"/>
          <p:cNvSpPr/>
          <p:nvPr/>
        </p:nvSpPr>
        <p:spPr>
          <a:xfrm>
            <a:off x="960120" y="5870448"/>
            <a:ext cx="9692640" cy="201168"/>
          </a:xfrm>
          <a:prstGeom prst="rect">
            <a:avLst/>
          </a:prstGeom>
          <a:noFill/>
          <a:ln/>
        </p:spPr>
        <p:txBody>
          <a:bodyPr wrap="square" lIns="0" tIns="0" rIns="0" bIns="0" rtlCol="0" anchor="ctr"/>
          <a:lstStyle/>
          <a:p>
            <a:pPr indent="0" marL="0">
              <a:buNone/>
            </a:pPr>
            <a:r>
              <a:rPr lang="en-US" sz="850" dirty="0">
                <a:solidFill>
                  <a:srgbClr val="7C7C88"/>
                </a:solidFill>
                <a:latin typeface="Pretendard Variable" pitchFamily="34" charset="0"/>
                <a:ea typeface="Pretendard Variable" pitchFamily="34" charset="-122"/>
                <a:cs typeface="Pretendard Variable" pitchFamily="34" charset="-120"/>
              </a:rPr>
              <a:t>Biadone · Before I ask, Done · 만들어 주고 끝이 아니라 직접 바꿀 수 있을 때까지</a:t>
            </a:r>
            <a:endParaRPr lang="en-US" sz="850" dirty="0"/>
          </a:p>
        </p:txBody>
      </p:sp>
      <p:sp>
        <p:nvSpPr>
          <p:cNvPr id="18" name="Text 16"/>
          <p:cNvSpPr/>
          <p:nvPr/>
        </p:nvSpPr>
        <p:spPr>
          <a:xfrm>
            <a:off x="685800" y="6473952"/>
            <a:ext cx="4754880" cy="146304"/>
          </a:xfrm>
          <a:prstGeom prst="rect">
            <a:avLst/>
          </a:prstGeom>
          <a:noFill/>
          <a:ln/>
        </p:spPr>
        <p:txBody>
          <a:bodyPr wrap="square" lIns="0" tIns="0" rIns="0" bIns="0" rtlCol="0" anchor="ctr"/>
          <a:lstStyle/>
          <a:p>
            <a:pPr indent="0" marL="0">
              <a:buNone/>
            </a:pPr>
            <a:r>
              <a:rPr lang="en-US" sz="680" spc="40" kern="0" dirty="0">
                <a:solidFill>
                  <a:srgbClr val="62626B"/>
                </a:solidFill>
                <a:latin typeface="Space Grotesk" pitchFamily="34" charset="0"/>
                <a:ea typeface="Space Grotesk" pitchFamily="34" charset="-122"/>
                <a:cs typeface="Space Grotesk" pitchFamily="34" charset="-120"/>
              </a:rPr>
              <a:t>Biadone · 09 Closing</a:t>
            </a:r>
            <a:endParaRPr lang="en-US" sz="680" dirty="0"/>
          </a:p>
        </p:txBody>
      </p:sp>
      <p:sp>
        <p:nvSpPr>
          <p:cNvPr id="19" name="Text 17"/>
          <p:cNvSpPr/>
          <p:nvPr/>
        </p:nvSpPr>
        <p:spPr>
          <a:xfrm>
            <a:off x="10744200" y="6473952"/>
            <a:ext cx="758952" cy="146304"/>
          </a:xfrm>
          <a:prstGeom prst="rect">
            <a:avLst/>
          </a:prstGeom>
          <a:noFill/>
          <a:ln/>
        </p:spPr>
        <p:txBody>
          <a:bodyPr wrap="square" lIns="0" tIns="0" rIns="0" bIns="0" rtlCol="0" anchor="ctr"/>
          <a:lstStyle/>
          <a:p>
            <a:pPr algn="r" indent="0" marL="0">
              <a:buNone/>
            </a:pPr>
            <a:r>
              <a:rPr lang="en-US" sz="680" dirty="0">
                <a:solidFill>
                  <a:srgbClr val="62626B"/>
                </a:solidFill>
                <a:latin typeface="Space Grotesk" pitchFamily="34" charset="0"/>
                <a:ea typeface="Space Grotesk" pitchFamily="34" charset="-122"/>
                <a:cs typeface="Space Grotesk" pitchFamily="34" charset="-120"/>
              </a:rPr>
              <a:t>10 / 10</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Biadone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Codex와 Claude Code로 내 사업 도구 만들기</dc:title>
  <dc:subject>Codex &amp; Claude Code 5-minute narrated video</dc:subject>
  <dc:creator>Biadone</dc:creator>
  <cp:lastModifiedBy>Biadone</cp:lastModifiedBy>
  <cp:revision>1</cp:revision>
  <dcterms:created xsi:type="dcterms:W3CDTF">2026-10-22T15:11:42Z</dcterms:created>
  <dcterms:modified xsi:type="dcterms:W3CDTF">2026-10-22T15:11:42Z</dcterms:modified>
</cp:coreProperties>
</file>